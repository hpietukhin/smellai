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9"/>
  </p:notesMasterIdLst>
  <p:sldIdLst>
    <p:sldId id="256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81" r:id="rId14"/>
    <p:sldId id="279" r:id="rId15"/>
    <p:sldId id="278" r:id="rId16"/>
    <p:sldId id="280" r:id="rId17"/>
    <p:sldId id="268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1pPr>
    <a:lvl2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2pPr>
    <a:lvl3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3pPr>
    <a:lvl4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4pPr>
    <a:lvl5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5pPr>
    <a:lvl6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6pPr>
    <a:lvl7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7pPr>
    <a:lvl8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8pPr>
    <a:lvl9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CF0"/>
    <a:srgbClr val="6D67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8E8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4E4E4E"/>
              </a:solidFill>
              <a:prstDash val="solid"/>
              <a:round/>
            </a:ln>
          </a:top>
          <a:bottom>
            <a:ln w="254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4E4E4E"/>
              </a:solidFill>
              <a:prstDash val="solid"/>
              <a:round/>
            </a:ln>
          </a:top>
          <a:bottom>
            <a:ln w="254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CFCF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E4E4E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E4E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E4E4E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4E4E4E"/>
              </a:solidFill>
              <a:prstDash val="solid"/>
              <a:round/>
            </a:ln>
          </a:left>
          <a:right>
            <a:ln w="12700" cap="flat">
              <a:solidFill>
                <a:srgbClr val="4E4E4E"/>
              </a:solidFill>
              <a:prstDash val="solid"/>
              <a:round/>
            </a:ln>
          </a:right>
          <a:top>
            <a:ln w="12700" cap="flat">
              <a:solidFill>
                <a:srgbClr val="4E4E4E"/>
              </a:solidFill>
              <a:prstDash val="solid"/>
              <a:round/>
            </a:ln>
          </a:top>
          <a:bottom>
            <a:ln w="127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solidFill>
                <a:srgbClr val="4E4E4E"/>
              </a:solidFill>
              <a:prstDash val="solid"/>
              <a:round/>
            </a:ln>
          </a:insideH>
          <a:insideV>
            <a:ln w="12700" cap="flat">
              <a:solidFill>
                <a:srgbClr val="4E4E4E"/>
              </a:solidFill>
              <a:prstDash val="solid"/>
              <a:round/>
            </a:ln>
          </a:insideV>
        </a:tcBdr>
        <a:fill>
          <a:solidFill>
            <a:srgbClr val="4E4E4E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4E4E4E"/>
              </a:solidFill>
              <a:prstDash val="solid"/>
              <a:round/>
            </a:ln>
          </a:left>
          <a:right>
            <a:ln w="12700" cap="flat">
              <a:solidFill>
                <a:srgbClr val="4E4E4E"/>
              </a:solidFill>
              <a:prstDash val="solid"/>
              <a:round/>
            </a:ln>
          </a:right>
          <a:top>
            <a:ln w="12700" cap="flat">
              <a:solidFill>
                <a:srgbClr val="4E4E4E"/>
              </a:solidFill>
              <a:prstDash val="solid"/>
              <a:round/>
            </a:ln>
          </a:top>
          <a:bottom>
            <a:ln w="127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solidFill>
                <a:srgbClr val="4E4E4E"/>
              </a:solidFill>
              <a:prstDash val="solid"/>
              <a:round/>
            </a:ln>
          </a:insideH>
          <a:insideV>
            <a:ln w="12700" cap="flat">
              <a:solidFill>
                <a:srgbClr val="4E4E4E"/>
              </a:solidFill>
              <a:prstDash val="solid"/>
              <a:round/>
            </a:ln>
          </a:insideV>
        </a:tcBdr>
        <a:fill>
          <a:solidFill>
            <a:srgbClr val="4E4E4E">
              <a:alpha val="20000"/>
            </a:srgbClr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4E4E4E"/>
              </a:solidFill>
              <a:prstDash val="solid"/>
              <a:round/>
            </a:ln>
          </a:left>
          <a:right>
            <a:ln w="12700" cap="flat">
              <a:solidFill>
                <a:srgbClr val="4E4E4E"/>
              </a:solidFill>
              <a:prstDash val="solid"/>
              <a:round/>
            </a:ln>
          </a:right>
          <a:top>
            <a:ln w="50800" cap="flat">
              <a:solidFill>
                <a:srgbClr val="4E4E4E"/>
              </a:solidFill>
              <a:prstDash val="solid"/>
              <a:round/>
            </a:ln>
          </a:top>
          <a:bottom>
            <a:ln w="127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solidFill>
                <a:srgbClr val="4E4E4E"/>
              </a:solidFill>
              <a:prstDash val="solid"/>
              <a:round/>
            </a:ln>
          </a:insideH>
          <a:insideV>
            <a:ln w="12700" cap="flat">
              <a:solidFill>
                <a:srgbClr val="4E4E4E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4E4E4E"/>
              </a:solidFill>
              <a:prstDash val="solid"/>
              <a:round/>
            </a:ln>
          </a:left>
          <a:right>
            <a:ln w="12700" cap="flat">
              <a:solidFill>
                <a:srgbClr val="4E4E4E"/>
              </a:solidFill>
              <a:prstDash val="solid"/>
              <a:round/>
            </a:ln>
          </a:right>
          <a:top>
            <a:ln w="12700" cap="flat">
              <a:solidFill>
                <a:srgbClr val="4E4E4E"/>
              </a:solidFill>
              <a:prstDash val="solid"/>
              <a:round/>
            </a:ln>
          </a:top>
          <a:bottom>
            <a:ln w="254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solidFill>
                <a:srgbClr val="4E4E4E"/>
              </a:solidFill>
              <a:prstDash val="solid"/>
              <a:round/>
            </a:ln>
          </a:insideH>
          <a:insideV>
            <a:ln w="12700" cap="flat">
              <a:solidFill>
                <a:srgbClr val="4E4E4E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9" name="Shape 18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600">
        <a:latin typeface="+mn-lt"/>
        <a:ea typeface="+mn-ea"/>
        <a:cs typeface="+mn-cs"/>
        <a:sym typeface="Calibri"/>
      </a:defRPr>
    </a:lvl1pPr>
    <a:lvl2pPr indent="228600" defTabSz="457200" latinLnBrk="0">
      <a:defRPr sz="600">
        <a:latin typeface="+mn-lt"/>
        <a:ea typeface="+mn-ea"/>
        <a:cs typeface="+mn-cs"/>
        <a:sym typeface="Calibri"/>
      </a:defRPr>
    </a:lvl2pPr>
    <a:lvl3pPr indent="457200" defTabSz="457200" latinLnBrk="0">
      <a:defRPr sz="600">
        <a:latin typeface="+mn-lt"/>
        <a:ea typeface="+mn-ea"/>
        <a:cs typeface="+mn-cs"/>
        <a:sym typeface="Calibri"/>
      </a:defRPr>
    </a:lvl3pPr>
    <a:lvl4pPr indent="685800" defTabSz="457200" latinLnBrk="0">
      <a:defRPr sz="600">
        <a:latin typeface="+mn-lt"/>
        <a:ea typeface="+mn-ea"/>
        <a:cs typeface="+mn-cs"/>
        <a:sym typeface="Calibri"/>
      </a:defRPr>
    </a:lvl4pPr>
    <a:lvl5pPr indent="914400" defTabSz="457200" latinLnBrk="0">
      <a:defRPr sz="600">
        <a:latin typeface="+mn-lt"/>
        <a:ea typeface="+mn-ea"/>
        <a:cs typeface="+mn-cs"/>
        <a:sym typeface="Calibri"/>
      </a:defRPr>
    </a:lvl5pPr>
    <a:lvl6pPr indent="1143000" defTabSz="457200" latinLnBrk="0">
      <a:defRPr sz="600">
        <a:latin typeface="+mn-lt"/>
        <a:ea typeface="+mn-ea"/>
        <a:cs typeface="+mn-cs"/>
        <a:sym typeface="Calibri"/>
      </a:defRPr>
    </a:lvl6pPr>
    <a:lvl7pPr indent="1371600" defTabSz="457200" latinLnBrk="0">
      <a:defRPr sz="600">
        <a:latin typeface="+mn-lt"/>
        <a:ea typeface="+mn-ea"/>
        <a:cs typeface="+mn-cs"/>
        <a:sym typeface="Calibri"/>
      </a:defRPr>
    </a:lvl7pPr>
    <a:lvl8pPr indent="1600200" defTabSz="457200" latinLnBrk="0">
      <a:defRPr sz="600">
        <a:latin typeface="+mn-lt"/>
        <a:ea typeface="+mn-ea"/>
        <a:cs typeface="+mn-cs"/>
        <a:sym typeface="Calibri"/>
      </a:defRPr>
    </a:lvl8pPr>
    <a:lvl9pPr indent="1828800" defTabSz="457200" latinLnBrk="0">
      <a:defRPr sz="6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irst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Frame 86.png" descr="Frame 86.png"/>
          <p:cNvPicPr>
            <a:picLocks noChangeAspect="1"/>
          </p:cNvPicPr>
          <p:nvPr/>
        </p:nvPicPr>
        <p:blipFill>
          <a:blip r:embed="rId2"/>
          <a:srcRect l="6168" t="1214" r="6168" b="1214"/>
          <a:stretch>
            <a:fillRect/>
          </a:stretch>
        </p:blipFill>
        <p:spPr>
          <a:xfrm>
            <a:off x="0" y="-11206"/>
            <a:ext cx="12192000" cy="6880413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Rectangle"/>
          <p:cNvSpPr/>
          <p:nvPr/>
        </p:nvSpPr>
        <p:spPr>
          <a:xfrm>
            <a:off x="-21982" y="-19354"/>
            <a:ext cx="12235964" cy="6896708"/>
          </a:xfrm>
          <a:prstGeom prst="rect">
            <a:avLst/>
          </a:prstGeom>
          <a:gradFill>
            <a:gsLst>
              <a:gs pos="0">
                <a:srgbClr val="EE3B76">
                  <a:alpha val="80000"/>
                </a:srgbClr>
              </a:gs>
              <a:gs pos="100000">
                <a:srgbClr val="49416B">
                  <a:alpha val="80000"/>
                </a:srgbClr>
              </a:gs>
            </a:gsLst>
            <a:lin ang="19922704"/>
          </a:gradFill>
          <a:ln w="12700">
            <a:solidFill>
              <a:srgbClr val="017BFF">
                <a:alpha val="80000"/>
              </a:srgbClr>
            </a:solidFill>
            <a:miter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01940" y="6282691"/>
            <a:ext cx="135661" cy="147319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traight Connector 4"/>
          <p:cNvSpPr/>
          <p:nvPr/>
        </p:nvSpPr>
        <p:spPr>
          <a:xfrm>
            <a:off x="1055687" y="6308725"/>
            <a:ext cx="10080626" cy="0"/>
          </a:xfrm>
          <a:prstGeom prst="line">
            <a:avLst/>
          </a:prstGeom>
          <a:ln w="6350">
            <a:solidFill>
              <a:srgbClr val="404040">
                <a:alpha val="25000"/>
              </a:srgbClr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41525B07-7C0E-4556-9F08-028C5A58BDB2}"/>
              </a:ext>
            </a:extLst>
          </p:cNvPr>
          <p:cNvSpPr/>
          <p:nvPr userDrawn="1"/>
        </p:nvSpPr>
        <p:spPr>
          <a:xfrm rot="12514547">
            <a:off x="1809885" y="1059801"/>
            <a:ext cx="2671767" cy="4738398"/>
          </a:xfrm>
          <a:prstGeom prst="roundRect">
            <a:avLst>
              <a:gd name="adj" fmla="val 4994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633756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traight Connector 4"/>
          <p:cNvSpPr/>
          <p:nvPr userDrawn="1"/>
        </p:nvSpPr>
        <p:spPr>
          <a:xfrm>
            <a:off x="1055687" y="6308725"/>
            <a:ext cx="10080626" cy="0"/>
          </a:xfrm>
          <a:prstGeom prst="line">
            <a:avLst/>
          </a:prstGeom>
          <a:ln w="6350">
            <a:solidFill>
              <a:srgbClr val="404040">
                <a:alpha val="25000"/>
              </a:srgbClr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469596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4372823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dots.svg" descr="dots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40" y="7803"/>
            <a:ext cx="12384080" cy="6940740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Graphic 18"/>
          <p:cNvSpPr/>
          <p:nvPr/>
        </p:nvSpPr>
        <p:spPr>
          <a:xfrm>
            <a:off x="9271720" y="3390896"/>
            <a:ext cx="3750615" cy="4084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31" extrusionOk="0">
                <a:moveTo>
                  <a:pt x="8509" y="554"/>
                </a:moveTo>
                <a:cubicBezTo>
                  <a:pt x="9927" y="-185"/>
                  <a:pt x="11673" y="-185"/>
                  <a:pt x="13091" y="554"/>
                </a:cubicBezTo>
                <a:lnTo>
                  <a:pt x="19309" y="3794"/>
                </a:lnTo>
                <a:cubicBezTo>
                  <a:pt x="20727" y="4532"/>
                  <a:pt x="21600" y="5898"/>
                  <a:pt x="21600" y="7375"/>
                </a:cubicBezTo>
                <a:lnTo>
                  <a:pt x="21600" y="13855"/>
                </a:lnTo>
                <a:cubicBezTo>
                  <a:pt x="21600" y="15332"/>
                  <a:pt x="20727" y="16698"/>
                  <a:pt x="19309" y="17436"/>
                </a:cubicBezTo>
                <a:lnTo>
                  <a:pt x="13091" y="20676"/>
                </a:lnTo>
                <a:cubicBezTo>
                  <a:pt x="11673" y="21415"/>
                  <a:pt x="9927" y="21415"/>
                  <a:pt x="8509" y="20676"/>
                </a:cubicBezTo>
                <a:lnTo>
                  <a:pt x="2291" y="17436"/>
                </a:lnTo>
                <a:cubicBezTo>
                  <a:pt x="873" y="16698"/>
                  <a:pt x="0" y="15332"/>
                  <a:pt x="0" y="13855"/>
                </a:cubicBezTo>
                <a:lnTo>
                  <a:pt x="0" y="7375"/>
                </a:lnTo>
                <a:cubicBezTo>
                  <a:pt x="0" y="5898"/>
                  <a:pt x="873" y="4532"/>
                  <a:pt x="2291" y="3794"/>
                </a:cubicBezTo>
                <a:lnTo>
                  <a:pt x="8509" y="554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defTabSz="914400">
              <a:lnSpc>
                <a:spcPct val="100000"/>
              </a:lnSpc>
              <a:defRPr sz="1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defRPr>
            </a:pPr>
            <a:endParaRPr/>
          </a:p>
        </p:txBody>
      </p:sp>
      <p:sp>
        <p:nvSpPr>
          <p:cNvPr id="11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3pPr>
              <a:buBlip>
                <a:blip r:embed="rId3"/>
              </a:buBlip>
            </a:lvl3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dots.svg" descr="dots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40" y="7803"/>
            <a:ext cx="12384080" cy="6940740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3pPr>
              <a:buBlip>
                <a:blip r:embed="rId3"/>
              </a:buBlip>
            </a:lvl3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232412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MI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dots.svg" descr="dots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40" y="71303"/>
            <a:ext cx="12384080" cy="6940740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Rounded Rectangle"/>
          <p:cNvSpPr/>
          <p:nvPr/>
        </p:nvSpPr>
        <p:spPr>
          <a:xfrm>
            <a:off x="-2315700" y="1874488"/>
            <a:ext cx="12467123" cy="28579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142" name="Group"/>
          <p:cNvGrpSpPr/>
          <p:nvPr/>
        </p:nvGrpSpPr>
        <p:grpSpPr>
          <a:xfrm>
            <a:off x="9304276" y="3553928"/>
            <a:ext cx="1403628" cy="1528634"/>
            <a:chOff x="0" y="0"/>
            <a:chExt cx="1403626" cy="1528632"/>
          </a:xfrm>
        </p:grpSpPr>
        <p:sp>
          <p:nvSpPr>
            <p:cNvPr id="140" name="Group 2"/>
            <p:cNvSpPr/>
            <p:nvPr/>
          </p:nvSpPr>
          <p:spPr>
            <a:xfrm>
              <a:off x="-1" y="-1"/>
              <a:ext cx="1403628" cy="15286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31" extrusionOk="0">
                  <a:moveTo>
                    <a:pt x="8509" y="554"/>
                  </a:moveTo>
                  <a:cubicBezTo>
                    <a:pt x="9927" y="-185"/>
                    <a:pt x="11673" y="-185"/>
                    <a:pt x="13091" y="554"/>
                  </a:cubicBezTo>
                  <a:lnTo>
                    <a:pt x="19309" y="3794"/>
                  </a:lnTo>
                  <a:cubicBezTo>
                    <a:pt x="20727" y="4532"/>
                    <a:pt x="21600" y="5898"/>
                    <a:pt x="21600" y="7375"/>
                  </a:cubicBezTo>
                  <a:lnTo>
                    <a:pt x="21600" y="13855"/>
                  </a:lnTo>
                  <a:cubicBezTo>
                    <a:pt x="21600" y="15332"/>
                    <a:pt x="20727" y="16698"/>
                    <a:pt x="19309" y="17436"/>
                  </a:cubicBezTo>
                  <a:lnTo>
                    <a:pt x="13091" y="20676"/>
                  </a:lnTo>
                  <a:cubicBezTo>
                    <a:pt x="11673" y="21415"/>
                    <a:pt x="9927" y="21415"/>
                    <a:pt x="8509" y="20676"/>
                  </a:cubicBezTo>
                  <a:lnTo>
                    <a:pt x="2291" y="17436"/>
                  </a:lnTo>
                  <a:cubicBezTo>
                    <a:pt x="873" y="16698"/>
                    <a:pt x="0" y="15332"/>
                    <a:pt x="0" y="13855"/>
                  </a:cubicBezTo>
                  <a:lnTo>
                    <a:pt x="0" y="7375"/>
                  </a:lnTo>
                  <a:cubicBezTo>
                    <a:pt x="0" y="5898"/>
                    <a:pt x="873" y="4532"/>
                    <a:pt x="2291" y="3794"/>
                  </a:cubicBezTo>
                  <a:lnTo>
                    <a:pt x="8509" y="554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9416B"/>
                </a:gs>
                <a:gs pos="100000">
                  <a:srgbClr val="EE3B76"/>
                </a:gs>
              </a:gsLst>
              <a:lin ang="13500000" scaled="0"/>
            </a:gradFill>
            <a:ln w="12700" cap="flat">
              <a:noFill/>
              <a:miter lim="400000"/>
            </a:ln>
            <a:effectLst>
              <a:outerShdw blurRad="1270000" dist="635000" dir="5400000" rotWithShape="0">
                <a:srgbClr val="000000">
                  <a:alpha val="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pic>
          <p:nvPicPr>
            <p:cNvPr id="141" name="AI_logo.svg" descr="AI_logo.sv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425" y="452590"/>
              <a:ext cx="750777" cy="6234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5" name="Straight Connector 4"/>
          <p:cNvSpPr/>
          <p:nvPr/>
        </p:nvSpPr>
        <p:spPr>
          <a:xfrm>
            <a:off x="1055687" y="6308725"/>
            <a:ext cx="10080626" cy="0"/>
          </a:xfrm>
          <a:prstGeom prst="line">
            <a:avLst/>
          </a:prstGeom>
          <a:ln w="6350">
            <a:solidFill>
              <a:srgbClr val="404040">
                <a:alpha val="25000"/>
              </a:srgbClr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01940" y="6282691"/>
            <a:ext cx="135661" cy="147319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969371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MIDLE G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dots.svg" descr="dots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40" y="71303"/>
            <a:ext cx="12384080" cy="6940740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Rounded Rectangle"/>
          <p:cNvSpPr/>
          <p:nvPr/>
        </p:nvSpPr>
        <p:spPr>
          <a:xfrm>
            <a:off x="-2315700" y="1874488"/>
            <a:ext cx="12467123" cy="28579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01940" y="6282691"/>
            <a:ext cx="135661" cy="147319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NF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itle Text"/>
          <p:cNvSpPr txBox="1">
            <a:spLocks noGrp="1"/>
          </p:cNvSpPr>
          <p:nvPr>
            <p:ph type="title"/>
          </p:nvPr>
        </p:nvSpPr>
        <p:spPr>
          <a:xfrm>
            <a:off x="667624" y="565551"/>
            <a:ext cx="10856752" cy="887182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80000"/>
              </a:lnSpc>
            </a:lvl1pPr>
          </a:lstStyle>
          <a:p>
            <a:r>
              <a:t>Title Text</a:t>
            </a:r>
          </a:p>
        </p:txBody>
      </p:sp>
      <p:sp>
        <p:nvSpPr>
          <p:cNvPr id="178" name="TextBox 1"/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</a:p>
        </p:txBody>
      </p:sp>
      <p:sp>
        <p:nvSpPr>
          <p:cNvPr id="179" name="TextBox 3"/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InnovAIte</a:t>
            </a:r>
          </a:p>
        </p:txBody>
      </p:sp>
      <p:sp>
        <p:nvSpPr>
          <p:cNvPr id="180" name="Straight Connector 4"/>
          <p:cNvSpPr/>
          <p:nvPr/>
        </p:nvSpPr>
        <p:spPr>
          <a:xfrm>
            <a:off x="1055687" y="6308725"/>
            <a:ext cx="10080626" cy="0"/>
          </a:xfrm>
          <a:prstGeom prst="line">
            <a:avLst/>
          </a:prstGeom>
          <a:ln w="6350">
            <a:solidFill>
              <a:srgbClr val="404040">
                <a:alpha val="25000"/>
              </a:srgbClr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1" name="任意形状 1945"/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3152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irst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Frame 86.png" descr="Frame 86.png"/>
          <p:cNvPicPr>
            <a:picLocks noChangeAspect="1"/>
          </p:cNvPicPr>
          <p:nvPr/>
        </p:nvPicPr>
        <p:blipFill>
          <a:blip r:embed="rId2"/>
          <a:srcRect l="6168" t="1214" r="6168" b="1214"/>
          <a:stretch>
            <a:fillRect/>
          </a:stretch>
        </p:blipFill>
        <p:spPr>
          <a:xfrm>
            <a:off x="0" y="-11206"/>
            <a:ext cx="12192000" cy="6880413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Rectangle"/>
          <p:cNvSpPr/>
          <p:nvPr/>
        </p:nvSpPr>
        <p:spPr>
          <a:xfrm>
            <a:off x="-21982" y="-19354"/>
            <a:ext cx="12235964" cy="6896708"/>
          </a:xfrm>
          <a:prstGeom prst="rect">
            <a:avLst/>
          </a:prstGeom>
          <a:gradFill>
            <a:gsLst>
              <a:gs pos="0">
                <a:srgbClr val="EE3B76">
                  <a:alpha val="80000"/>
                </a:srgbClr>
              </a:gs>
              <a:gs pos="100000">
                <a:srgbClr val="49416B">
                  <a:alpha val="80000"/>
                </a:srgbClr>
              </a:gs>
            </a:gsLst>
            <a:lin ang="19922704"/>
          </a:gradFill>
          <a:ln w="12700">
            <a:solidFill>
              <a:srgbClr val="017BFF">
                <a:alpha val="80000"/>
              </a:srgbClr>
            </a:solidFill>
            <a:miter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01940" y="6282691"/>
            <a:ext cx="135661" cy="147319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Your Partner in…">
            <a:extLst>
              <a:ext uri="{FF2B5EF4-FFF2-40B4-BE49-F238E27FC236}">
                <a16:creationId xmlns:a16="http://schemas.microsoft.com/office/drawing/2014/main" id="{412189AE-40A2-4345-A4C2-B5DF9C868A70}"/>
              </a:ext>
            </a:extLst>
          </p:cNvPr>
          <p:cNvSpPr txBox="1">
            <a:spLocks noGrp="1"/>
          </p:cNvSpPr>
          <p:nvPr>
            <p:ph type="title" idx="4294967295" hasCustomPrompt="1"/>
          </p:nvPr>
        </p:nvSpPr>
        <p:spPr>
          <a:xfrm>
            <a:off x="1079180" y="2704632"/>
            <a:ext cx="10033640" cy="770940"/>
          </a:xfrm>
          <a:prstGeom prst="rect">
            <a:avLst/>
          </a:prstGeom>
        </p:spPr>
        <p:txBody>
          <a:bodyPr lIns="22859" tIns="22859" rIns="22859" bIns="22859" anchor="ctr"/>
          <a:lstStyle>
            <a:lvl1pPr algn="ctr" defTabSz="182880">
              <a:lnSpc>
                <a:spcPct val="80000"/>
              </a:lnSpc>
              <a:defRPr sz="6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US" dirty="0"/>
              <a:t>Thank You for Your Attention</a:t>
            </a:r>
            <a:endParaRPr dirty="0"/>
          </a:p>
        </p:txBody>
      </p:sp>
      <p:pic>
        <p:nvPicPr>
          <p:cNvPr id="7" name="logo.svg" descr="logo.svg">
            <a:extLst>
              <a:ext uri="{FF2B5EF4-FFF2-40B4-BE49-F238E27FC236}">
                <a16:creationId xmlns:a16="http://schemas.microsoft.com/office/drawing/2014/main" id="{07D61730-7B84-4094-B6E8-13E8E69B50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1654" y="1464437"/>
            <a:ext cx="2548692" cy="715643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9FE22BA-A3BF-4B7E-969D-36FCD23057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180" y="5393563"/>
            <a:ext cx="9971240" cy="113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6752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ots.svg" descr="dots.sv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96040" y="89222"/>
            <a:ext cx="12384080" cy="694074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Graphic 18"/>
          <p:cNvSpPr/>
          <p:nvPr/>
        </p:nvSpPr>
        <p:spPr>
          <a:xfrm>
            <a:off x="9271720" y="3390896"/>
            <a:ext cx="3750615" cy="4084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31" extrusionOk="0">
                <a:moveTo>
                  <a:pt x="8509" y="554"/>
                </a:moveTo>
                <a:cubicBezTo>
                  <a:pt x="9927" y="-185"/>
                  <a:pt x="11673" y="-185"/>
                  <a:pt x="13091" y="554"/>
                </a:cubicBezTo>
                <a:lnTo>
                  <a:pt x="19309" y="3794"/>
                </a:lnTo>
                <a:cubicBezTo>
                  <a:pt x="20727" y="4532"/>
                  <a:pt x="21600" y="5898"/>
                  <a:pt x="21600" y="7375"/>
                </a:cubicBezTo>
                <a:lnTo>
                  <a:pt x="21600" y="13855"/>
                </a:lnTo>
                <a:cubicBezTo>
                  <a:pt x="21600" y="15332"/>
                  <a:pt x="20727" y="16698"/>
                  <a:pt x="19309" y="17436"/>
                </a:cubicBezTo>
                <a:lnTo>
                  <a:pt x="13091" y="20676"/>
                </a:lnTo>
                <a:cubicBezTo>
                  <a:pt x="11673" y="21415"/>
                  <a:pt x="9927" y="21415"/>
                  <a:pt x="8509" y="20676"/>
                </a:cubicBezTo>
                <a:lnTo>
                  <a:pt x="2291" y="17436"/>
                </a:lnTo>
                <a:cubicBezTo>
                  <a:pt x="873" y="16698"/>
                  <a:pt x="0" y="15332"/>
                  <a:pt x="0" y="13855"/>
                </a:cubicBezTo>
                <a:lnTo>
                  <a:pt x="0" y="7375"/>
                </a:lnTo>
                <a:cubicBezTo>
                  <a:pt x="0" y="5898"/>
                  <a:pt x="873" y="4532"/>
                  <a:pt x="2291" y="3794"/>
                </a:cubicBezTo>
                <a:lnTo>
                  <a:pt x="8509" y="554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defTabSz="914400">
              <a:lnSpc>
                <a:spcPct val="100000"/>
              </a:lnSpc>
              <a:defRPr sz="1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defRPr>
            </a:pPr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54779" y="650232"/>
            <a:ext cx="10118930" cy="47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54779" y="1426858"/>
            <a:ext cx="10882442" cy="4727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3pPr marL="304800" indent="-304800">
              <a:buSzPct val="50000"/>
              <a:buBlip>
                <a:blip r:embed="rId13"/>
              </a:buBlip>
            </a:lvl3pPr>
            <a:lvl4pPr>
              <a:buClr>
                <a:srgbClr val="EE3B76"/>
              </a:buClr>
            </a:lvl4pPr>
            <a:lvl5pPr>
              <a:buClr>
                <a:srgbClr val="EE3B76"/>
              </a:buCl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6" name="TextBox 1"/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US" dirty="0">
                <a:solidFill>
                  <a:srgbClr val="BFBFBF"/>
                </a:solidFill>
              </a:rPr>
              <a:t>Text </a:t>
            </a:r>
            <a:r>
              <a:rPr lang="en-US" dirty="0" err="1">
                <a:solidFill>
                  <a:srgbClr val="BFBFBF"/>
                </a:solidFill>
              </a:rPr>
              <a:t>text</a:t>
            </a:r>
            <a:r>
              <a:rPr lang="en-US" dirty="0">
                <a:solidFill>
                  <a:srgbClr val="BFBFBF"/>
                </a:solidFill>
              </a:rPr>
              <a:t> </a:t>
            </a:r>
            <a:r>
              <a:rPr lang="en-US" dirty="0" err="1">
                <a:solidFill>
                  <a:srgbClr val="BFBFBF"/>
                </a:solidFill>
              </a:rPr>
              <a:t>text</a:t>
            </a:r>
            <a:r>
              <a:rPr lang="en-US" dirty="0">
                <a:solidFill>
                  <a:srgbClr val="BFBFBF"/>
                </a:solidFill>
              </a:rPr>
              <a:t> </a:t>
            </a:r>
            <a:r>
              <a:rPr dirty="0">
                <a:solidFill>
                  <a:srgbClr val="BFBFBF"/>
                </a:solidFill>
              </a:rPr>
              <a:t> </a:t>
            </a:r>
            <a:r>
              <a:rPr lang="en-US" dirty="0" err="1"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</a:rPr>
              <a:t>text</a:t>
            </a:r>
            <a:r>
              <a:rPr lang="en-US" dirty="0"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</a:rPr>
              <a:t> </a:t>
            </a:r>
            <a:r>
              <a:rPr lang="en-US" dirty="0" err="1"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</a:rPr>
              <a:t>text</a:t>
            </a:r>
            <a:endParaRPr dirty="0">
              <a:gradFill flip="none" rotWithShape="1">
                <a:gsLst>
                  <a:gs pos="0">
                    <a:srgbClr val="EE3B76"/>
                  </a:gs>
                  <a:gs pos="100000">
                    <a:srgbClr val="49416B"/>
                  </a:gs>
                </a:gsLst>
                <a:lin ang="591186" scaled="0"/>
              </a:gradFill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InnovAIte</a:t>
            </a:r>
          </a:p>
        </p:txBody>
      </p:sp>
      <p:sp>
        <p:nvSpPr>
          <p:cNvPr id="8" name="Straight Connector 4"/>
          <p:cNvSpPr/>
          <p:nvPr/>
        </p:nvSpPr>
        <p:spPr>
          <a:xfrm>
            <a:off x="1055687" y="6308725"/>
            <a:ext cx="10080626" cy="0"/>
          </a:xfrm>
          <a:prstGeom prst="line">
            <a:avLst/>
          </a:prstGeom>
          <a:ln w="6350">
            <a:solidFill>
              <a:srgbClr val="404040">
                <a:alpha val="25000"/>
              </a:srgbClr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9" name="任意形状 1945"/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9715" y="206288"/>
            <a:ext cx="187155" cy="210819"/>
          </a:xfrm>
          <a:prstGeom prst="rect">
            <a:avLst/>
          </a:prstGeom>
          <a:ln w="12700">
            <a:miter lim="400000"/>
          </a:ln>
        </p:spPr>
        <p:txBody>
          <a:bodyPr wrap="none" lIns="22859" tIns="22859" rIns="22859" bIns="22859" anchor="ctr">
            <a:spAutoFit/>
          </a:bodyPr>
          <a:lstStyle>
            <a:lvl1pPr algn="ctr">
              <a:lnSpc>
                <a:spcPct val="100000"/>
              </a:lnSpc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4" r:id="rId3"/>
    <p:sldLayoutId id="2147483665" r:id="rId4"/>
    <p:sldLayoutId id="2147483655" r:id="rId5"/>
    <p:sldLayoutId id="2147483666" r:id="rId6"/>
    <p:sldLayoutId id="2147483663" r:id="rId7"/>
    <p:sldLayoutId id="2147483658" r:id="rId8"/>
    <p:sldLayoutId id="2147483660" r:id="rId9"/>
    <p:sldLayoutId id="2147483661" r:id="rId10"/>
  </p:sldLayoutIdLst>
  <p:transition spd="med"/>
  <p:txStyles>
    <p:title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9pPr>
    </p:titleStyle>
    <p:bodyStyle>
      <a:lvl1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1pPr>
      <a:lvl2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2pPr>
      <a:lvl3pPr marL="319314" marR="0" indent="-319314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100000"/>
        <a:buFontTx/>
        <a:buBlip>
          <a:blip r:embed="rId14"/>
        </a:buBlip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3pPr>
      <a:lvl4pPr marL="487172" marR="0" indent="-195072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4pPr>
      <a:lvl5pPr marL="664972" marR="0" indent="-195072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5pPr>
      <a:lvl6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6pPr>
      <a:lvl7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7pPr>
      <a:lvl8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8pPr>
      <a:lvl9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9pPr>
    </p:bodyStyle>
    <p:other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Your Partner in…"/>
          <p:cNvSpPr txBox="1">
            <a:spLocks noGrp="1"/>
          </p:cNvSpPr>
          <p:nvPr>
            <p:ph type="title" idx="4294967295"/>
          </p:nvPr>
        </p:nvSpPr>
        <p:spPr>
          <a:xfrm>
            <a:off x="1079180" y="2704632"/>
            <a:ext cx="10033640" cy="770940"/>
          </a:xfrm>
          <a:prstGeom prst="rect">
            <a:avLst/>
          </a:prstGeom>
        </p:spPr>
        <p:txBody>
          <a:bodyPr lIns="22859" tIns="22859" rIns="22859" bIns="22859" anchor="ctr">
            <a:noAutofit/>
          </a:bodyPr>
          <a:lstStyle>
            <a:lvl1pPr algn="ctr" defTabSz="182880">
              <a:lnSpc>
                <a:spcPct val="80000"/>
              </a:lnSpc>
              <a:defRPr sz="6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US" sz="7200" dirty="0"/>
              <a:t>Title text </a:t>
            </a:r>
            <a:endParaRPr sz="7200" dirty="0"/>
          </a:p>
        </p:txBody>
      </p:sp>
      <p:pic>
        <p:nvPicPr>
          <p:cNvPr id="194" name="logo.svg" descr="logo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654" y="1464437"/>
            <a:ext cx="2548692" cy="715643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AB3262-0985-4675-A77B-320AD9C008C8}"/>
              </a:ext>
            </a:extLst>
          </p:cNvPr>
          <p:cNvSpPr txBox="1"/>
          <p:nvPr/>
        </p:nvSpPr>
        <p:spPr>
          <a:xfrm>
            <a:off x="4838072" y="3380828"/>
            <a:ext cx="2796917" cy="5632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22859" tIns="22859" rIns="22859" bIns="2285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sk-SK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Helvetica"/>
                <a:cs typeface="Helvetica"/>
                <a:sym typeface="Helvetica"/>
              </a:rPr>
              <a:t>Text </a:t>
            </a:r>
            <a:r>
              <a:rPr kumimoji="0" lang="sk-SK" sz="24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Helvetica"/>
                <a:cs typeface="Helvetica"/>
                <a:sym typeface="Helvetica"/>
              </a:rPr>
              <a:t>text</a:t>
            </a:r>
            <a:r>
              <a:rPr kumimoji="0" lang="sk-SK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Helvetica"/>
                <a:cs typeface="Helvetica"/>
                <a:sym typeface="Helvetica"/>
              </a:rPr>
              <a:t> </a:t>
            </a:r>
            <a:r>
              <a:rPr kumimoji="0" lang="sk-SK" sz="24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Helvetica"/>
                <a:cs typeface="Helvetica"/>
                <a:sym typeface="Helvetica"/>
              </a:rPr>
              <a:t>text</a:t>
            </a:r>
            <a:r>
              <a:rPr kumimoji="0" lang="sk-SK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Helvetica"/>
                <a:cs typeface="Helvetica"/>
                <a:sym typeface="Helvetica"/>
              </a:rPr>
              <a:t> </a:t>
            </a:r>
            <a:r>
              <a:rPr kumimoji="0" lang="sk-SK" sz="24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Helvetica"/>
                <a:cs typeface="Helvetica"/>
                <a:sym typeface="Helvetica"/>
              </a:rPr>
              <a:t>text</a:t>
            </a:r>
            <a:r>
              <a:rPr kumimoji="0" lang="sk-SK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Helvetica"/>
                <a:cs typeface="Helvetica"/>
                <a:sym typeface="Helvetica"/>
              </a:rPr>
              <a:t> </a:t>
            </a:r>
            <a:r>
              <a:rPr kumimoji="0" lang="sk-SK" sz="24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Helvetica"/>
                <a:cs typeface="Helvetica"/>
                <a:sym typeface="Helvetica"/>
              </a:rPr>
              <a:t>tex</a:t>
            </a:r>
            <a:r>
              <a:rPr kumimoji="0" lang="sk-SK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Helvetica"/>
                <a:cs typeface="Helvetica"/>
                <a:sym typeface="Helvetica"/>
              </a:rPr>
              <a:t> 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Helvetica"/>
              <a:cs typeface="Helvetica"/>
              <a:sym typeface="Helvetica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49A3325-3027-4BE9-B3A4-46BC5624CF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180" y="5393563"/>
            <a:ext cx="9971240" cy="113368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C70C8D77-74FF-4EFB-8B6A-AA55256B5C41}"/>
              </a:ext>
            </a:extLst>
          </p:cNvPr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US" dirty="0">
                <a:solidFill>
                  <a:srgbClr val="BFBFBF"/>
                </a:solidFill>
              </a:rPr>
              <a:t>Text </a:t>
            </a:r>
            <a:r>
              <a:rPr lang="en-US" dirty="0" err="1">
                <a:solidFill>
                  <a:srgbClr val="BFBFBF"/>
                </a:solidFill>
              </a:rPr>
              <a:t>text</a:t>
            </a:r>
            <a:r>
              <a:rPr lang="en-US" dirty="0">
                <a:solidFill>
                  <a:srgbClr val="BFBFBF"/>
                </a:solidFill>
              </a:rPr>
              <a:t> </a:t>
            </a:r>
            <a:r>
              <a:rPr lang="en-US" dirty="0" err="1">
                <a:solidFill>
                  <a:srgbClr val="BFBFBF"/>
                </a:solidFill>
              </a:rPr>
              <a:t>text</a:t>
            </a:r>
            <a:r>
              <a:rPr lang="en-US" dirty="0">
                <a:solidFill>
                  <a:srgbClr val="BFBFBF"/>
                </a:solidFill>
              </a:rPr>
              <a:t> </a:t>
            </a:r>
            <a:r>
              <a:rPr lang="en-US" dirty="0" err="1"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</a:rPr>
              <a:t>text</a:t>
            </a:r>
            <a:r>
              <a:rPr lang="en-US" dirty="0"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</a:rPr>
              <a:t> </a:t>
            </a:r>
            <a:r>
              <a:rPr lang="en-US" dirty="0" err="1"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</a:rPr>
              <a:t>text</a:t>
            </a:r>
            <a:r>
              <a:rPr lang="en-US" dirty="0"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</a:rPr>
              <a:t> </a:t>
            </a:r>
            <a:endParaRPr dirty="0">
              <a:gradFill flip="none" rotWithShape="1">
                <a:gsLst>
                  <a:gs pos="0">
                    <a:srgbClr val="EE3B76"/>
                  </a:gs>
                  <a:gs pos="100000">
                    <a:srgbClr val="49416B"/>
                  </a:gs>
                </a:gsLst>
                <a:lin ang="591186" scaled="0"/>
              </a:gradFill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C39ED5EE-4342-4116-8985-C353AE819388}"/>
              </a:ext>
            </a:extLst>
          </p:cNvPr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 err="1"/>
              <a:t>InnovAIte</a:t>
            </a:r>
            <a:endParaRPr dirty="0"/>
          </a:p>
        </p:txBody>
      </p:sp>
      <p:sp>
        <p:nvSpPr>
          <p:cNvPr id="6" name="任意形状 1945">
            <a:extLst>
              <a:ext uri="{FF2B5EF4-FFF2-40B4-BE49-F238E27FC236}">
                <a16:creationId xmlns:a16="http://schemas.microsoft.com/office/drawing/2014/main" id="{5AC9C269-1801-4F12-B9AF-3AB2F7473FB5}"/>
              </a:ext>
            </a:extLst>
          </p:cNvPr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7" name="Gratex Introduction…">
            <a:extLst>
              <a:ext uri="{FF2B5EF4-FFF2-40B4-BE49-F238E27FC236}">
                <a16:creationId xmlns:a16="http://schemas.microsoft.com/office/drawing/2014/main" id="{636DA51A-61F0-4919-9887-E53E5F5A8D89}"/>
              </a:ext>
            </a:extLst>
          </p:cNvPr>
          <p:cNvSpPr txBox="1">
            <a:spLocks/>
          </p:cNvSpPr>
          <p:nvPr/>
        </p:nvSpPr>
        <p:spPr>
          <a:xfrm>
            <a:off x="5442857" y="1491281"/>
            <a:ext cx="5742824" cy="439789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  <a:lvl2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2pPr>
            <a:lvl3pPr marL="319314" marR="0" indent="-319314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Blip>
                <a:blip r:embed="rId2"/>
              </a:buBlip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3pPr>
            <a:lvl4pPr marL="4871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4pPr>
            <a:lvl5pPr marL="6649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5pPr>
            <a:lvl6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6pPr>
            <a:lvl7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7pPr>
            <a:lvl8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8pPr>
            <a:lvl9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9pPr>
          </a:lstStyle>
          <a:p>
            <a:pPr marL="0" lvl="2" indent="0" hangingPunct="1">
              <a:lnSpc>
                <a:spcPct val="110000"/>
              </a:lnSpc>
              <a:spcBef>
                <a:spcPts val="0"/>
              </a:spcBef>
              <a:buSzTx/>
              <a:buFontTx/>
              <a:buNone/>
              <a:defRPr sz="1800">
                <a:solidFill>
                  <a:srgbClr val="11233F"/>
                </a:solidFill>
              </a:defRPr>
            </a:pPr>
            <a:r>
              <a:rPr lang="en-US" sz="2400" dirty="0">
                <a:solidFill>
                  <a:srgbClr val="EE3B76"/>
                </a:solidFill>
                <a:latin typeface="+mn-lt"/>
              </a:rPr>
              <a:t>TEXT</a:t>
            </a:r>
            <a:br>
              <a:rPr lang="en-US" sz="2400" dirty="0">
                <a:solidFill>
                  <a:srgbClr val="00997E"/>
                </a:solidFill>
                <a:latin typeface="+mn-lt"/>
              </a:rPr>
            </a:br>
            <a:r>
              <a:rPr lang="en-US" sz="24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4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4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4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4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4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4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400" dirty="0">
                <a:solidFill>
                  <a:srgbClr val="11233F"/>
                </a:solidFill>
                <a:latin typeface="+mn-lt"/>
              </a:rPr>
              <a:t> </a:t>
            </a:r>
            <a:br>
              <a:rPr lang="en-US" sz="2400" dirty="0">
                <a:solidFill>
                  <a:srgbClr val="11233F"/>
                </a:solidFill>
                <a:latin typeface="+mn-lt"/>
              </a:rPr>
            </a:br>
            <a:endParaRPr lang="en-US" sz="2400" dirty="0">
              <a:solidFill>
                <a:srgbClr val="11233F"/>
              </a:solidFill>
              <a:latin typeface="+mn-lt"/>
            </a:endParaRPr>
          </a:p>
          <a:p>
            <a:pPr marL="462787" lvl="3" indent="-170687" hangingPunct="1">
              <a:lnSpc>
                <a:spcPct val="110000"/>
              </a:lnSpc>
              <a:spcBef>
                <a:spcPts val="0"/>
              </a:spcBef>
              <a:buFont typeface="Arial"/>
              <a:buChar char="•"/>
              <a:defRPr sz="1800">
                <a:solidFill>
                  <a:srgbClr val="11233F"/>
                </a:solidFill>
              </a:defRPr>
            </a:pPr>
            <a:r>
              <a:rPr lang="en-US" sz="2400" dirty="0">
                <a:solidFill>
                  <a:srgbClr val="11233F"/>
                </a:solidFill>
                <a:latin typeface="+mn-lt"/>
              </a:rPr>
              <a:t>Text </a:t>
            </a:r>
            <a:r>
              <a:rPr lang="en-US" sz="24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4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11233F"/>
                </a:solidFill>
                <a:latin typeface="+mn-lt"/>
              </a:rPr>
              <a:t>text</a:t>
            </a:r>
            <a:endParaRPr lang="en-US" sz="2400" dirty="0">
              <a:solidFill>
                <a:srgbClr val="11233F"/>
              </a:solidFill>
              <a:latin typeface="+mn-lt"/>
            </a:endParaRPr>
          </a:p>
          <a:p>
            <a:pPr marL="462787" lvl="3" indent="-170687" hangingPunct="1">
              <a:lnSpc>
                <a:spcPct val="110000"/>
              </a:lnSpc>
              <a:spcBef>
                <a:spcPts val="0"/>
              </a:spcBef>
              <a:buFont typeface="Arial"/>
              <a:buChar char="•"/>
              <a:defRPr sz="1800">
                <a:solidFill>
                  <a:srgbClr val="11233F"/>
                </a:solidFill>
              </a:defRPr>
            </a:pPr>
            <a:r>
              <a:rPr lang="en-US" sz="2400" dirty="0">
                <a:solidFill>
                  <a:srgbClr val="11233F"/>
                </a:solidFill>
                <a:latin typeface="+mn-lt"/>
              </a:rPr>
              <a:t>Text </a:t>
            </a:r>
            <a:r>
              <a:rPr lang="en-US" sz="24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4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11233F"/>
                </a:solidFill>
                <a:latin typeface="+mn-lt"/>
              </a:rPr>
              <a:t>text</a:t>
            </a:r>
            <a:endParaRPr lang="en-US" sz="2400" dirty="0">
              <a:solidFill>
                <a:srgbClr val="11233F"/>
              </a:solidFill>
              <a:latin typeface="+mn-lt"/>
            </a:endParaRPr>
          </a:p>
          <a:p>
            <a:pPr marL="462787" lvl="3" indent="-170687" hangingPunct="1">
              <a:lnSpc>
                <a:spcPct val="110000"/>
              </a:lnSpc>
              <a:spcBef>
                <a:spcPts val="0"/>
              </a:spcBef>
              <a:buFont typeface="Arial"/>
              <a:buChar char="•"/>
              <a:defRPr sz="1800">
                <a:solidFill>
                  <a:srgbClr val="11233F"/>
                </a:solidFill>
              </a:defRPr>
            </a:pPr>
            <a:r>
              <a:rPr lang="en-US" sz="2400" dirty="0">
                <a:solidFill>
                  <a:srgbClr val="11233F"/>
                </a:solidFill>
                <a:latin typeface="+mn-lt"/>
              </a:rPr>
              <a:t>Text </a:t>
            </a:r>
            <a:r>
              <a:rPr lang="en-US" sz="24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4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11233F"/>
                </a:solidFill>
                <a:latin typeface="+mn-lt"/>
              </a:rPr>
              <a:t>text</a:t>
            </a:r>
            <a:endParaRPr lang="en-US" sz="2400" dirty="0">
              <a:solidFill>
                <a:srgbClr val="11233F"/>
              </a:solidFill>
              <a:latin typeface="+mn-lt"/>
            </a:endParaRPr>
          </a:p>
          <a:p>
            <a:pPr marL="462787" lvl="3" indent="-170687" hangingPunct="1">
              <a:lnSpc>
                <a:spcPct val="110000"/>
              </a:lnSpc>
              <a:spcBef>
                <a:spcPts val="0"/>
              </a:spcBef>
              <a:buFont typeface="Arial"/>
              <a:buChar char="•"/>
              <a:defRPr sz="1800">
                <a:solidFill>
                  <a:srgbClr val="11233F"/>
                </a:solidFill>
              </a:defRPr>
            </a:pPr>
            <a:r>
              <a:rPr lang="en-US" sz="2400" dirty="0">
                <a:solidFill>
                  <a:srgbClr val="11233F"/>
                </a:solidFill>
                <a:latin typeface="+mn-lt"/>
              </a:rPr>
              <a:t>Text </a:t>
            </a:r>
            <a:r>
              <a:rPr lang="en-US" sz="24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4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11233F"/>
                </a:solidFill>
                <a:latin typeface="+mn-lt"/>
              </a:rPr>
              <a:t>text</a:t>
            </a:r>
            <a:endParaRPr lang="en-US" sz="2400" dirty="0">
              <a:solidFill>
                <a:srgbClr val="11233F"/>
              </a:solidFill>
              <a:latin typeface="+mn-lt"/>
            </a:endParaRPr>
          </a:p>
          <a:p>
            <a:pPr marL="462787" lvl="3" indent="-170687" hangingPunct="1">
              <a:lnSpc>
                <a:spcPct val="110000"/>
              </a:lnSpc>
              <a:spcBef>
                <a:spcPts val="0"/>
              </a:spcBef>
              <a:buFont typeface="Arial"/>
              <a:buChar char="•"/>
              <a:defRPr sz="1800">
                <a:solidFill>
                  <a:srgbClr val="11233F"/>
                </a:solidFill>
              </a:defRPr>
            </a:pPr>
            <a:r>
              <a:rPr lang="en-US" sz="2400" dirty="0">
                <a:solidFill>
                  <a:srgbClr val="11233F"/>
                </a:solidFill>
                <a:latin typeface="+mn-lt"/>
              </a:rPr>
              <a:t>Text </a:t>
            </a:r>
            <a:r>
              <a:rPr lang="en-US" sz="24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4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11233F"/>
                </a:solidFill>
                <a:latin typeface="+mn-lt"/>
              </a:rPr>
              <a:t>text</a:t>
            </a:r>
            <a:endParaRPr lang="en-US" sz="2400" dirty="0">
              <a:solidFill>
                <a:srgbClr val="11233F"/>
              </a:solidFill>
              <a:latin typeface="+mn-lt"/>
            </a:endParaRPr>
          </a:p>
          <a:p>
            <a:pPr marL="462787" lvl="3" indent="-170687" hangingPunct="1">
              <a:lnSpc>
                <a:spcPct val="110000"/>
              </a:lnSpc>
              <a:spcBef>
                <a:spcPts val="0"/>
              </a:spcBef>
              <a:buClr>
                <a:srgbClr val="98C26F"/>
              </a:buClr>
              <a:buFont typeface="Arial"/>
              <a:buChar char="•"/>
              <a:defRPr sz="1800">
                <a:solidFill>
                  <a:srgbClr val="11233F"/>
                </a:solidFill>
              </a:defRPr>
            </a:pPr>
            <a:endParaRPr lang="en-US" sz="2400" dirty="0">
              <a:solidFill>
                <a:srgbClr val="11233F"/>
              </a:solidFill>
              <a:latin typeface="+mn-lt"/>
            </a:endParaRPr>
          </a:p>
          <a:p>
            <a:pPr marL="0" lvl="2" indent="0" hangingPunct="1">
              <a:lnSpc>
                <a:spcPct val="160000"/>
              </a:lnSpc>
              <a:spcBef>
                <a:spcPts val="0"/>
              </a:spcBef>
              <a:buSzTx/>
              <a:buFontTx/>
              <a:buNone/>
              <a:defRPr sz="1800">
                <a:solidFill>
                  <a:srgbClr val="EE3B76"/>
                </a:solidFill>
              </a:defRPr>
            </a:pPr>
            <a:r>
              <a:rPr lang="en-US" sz="2400" dirty="0">
                <a:solidFill>
                  <a:srgbClr val="EE3B76"/>
                </a:solidFill>
                <a:latin typeface="+mn-lt"/>
              </a:rPr>
              <a:t>TEXT</a:t>
            </a:r>
          </a:p>
          <a:p>
            <a:pPr marL="462787" lvl="3" indent="-170687" hangingPunct="1">
              <a:lnSpc>
                <a:spcPct val="110000"/>
              </a:lnSpc>
              <a:spcBef>
                <a:spcPts val="0"/>
              </a:spcBef>
              <a:buFont typeface="Arial"/>
              <a:buChar char="•"/>
              <a:defRPr sz="1800">
                <a:solidFill>
                  <a:srgbClr val="11233F"/>
                </a:solidFill>
              </a:defRPr>
            </a:pPr>
            <a:r>
              <a:rPr lang="en-US" sz="2400" dirty="0">
                <a:solidFill>
                  <a:srgbClr val="11233F"/>
                </a:solidFill>
                <a:latin typeface="+mn-lt"/>
              </a:rPr>
              <a:t>Text </a:t>
            </a:r>
            <a:r>
              <a:rPr lang="en-US" sz="24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4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11233F"/>
                </a:solidFill>
                <a:latin typeface="+mn-lt"/>
              </a:rPr>
              <a:t>text</a:t>
            </a:r>
            <a:endParaRPr lang="en-US" sz="2400" dirty="0">
              <a:solidFill>
                <a:srgbClr val="11233F"/>
              </a:solidFill>
              <a:latin typeface="+mn-lt"/>
            </a:endParaRPr>
          </a:p>
          <a:p>
            <a:pPr marL="462787" lvl="3" indent="-170687" hangingPunct="1">
              <a:lnSpc>
                <a:spcPct val="110000"/>
              </a:lnSpc>
              <a:spcBef>
                <a:spcPts val="0"/>
              </a:spcBef>
              <a:buFont typeface="Arial"/>
              <a:buChar char="•"/>
              <a:defRPr sz="1800">
                <a:solidFill>
                  <a:srgbClr val="11233F"/>
                </a:solidFill>
              </a:defRPr>
            </a:pPr>
            <a:r>
              <a:rPr lang="en-US" sz="2400" dirty="0">
                <a:solidFill>
                  <a:srgbClr val="11233F"/>
                </a:solidFill>
                <a:latin typeface="+mn-lt"/>
              </a:rPr>
              <a:t>Text </a:t>
            </a:r>
            <a:r>
              <a:rPr lang="en-US" sz="24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4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rgbClr val="11233F"/>
                </a:solidFill>
                <a:latin typeface="+mn-lt"/>
              </a:rPr>
              <a:t>text</a:t>
            </a:r>
            <a:endParaRPr lang="en-US" sz="2400" dirty="0">
              <a:solidFill>
                <a:srgbClr val="11233F"/>
              </a:solidFill>
              <a:latin typeface="+mn-lt"/>
            </a:endParaRPr>
          </a:p>
          <a:p>
            <a:pPr marL="292100" lvl="3" indent="0" hangingPunct="1">
              <a:lnSpc>
                <a:spcPct val="110000"/>
              </a:lnSpc>
              <a:spcBef>
                <a:spcPts val="0"/>
              </a:spcBef>
              <a:buFontTx/>
              <a:buNone/>
              <a:defRPr sz="1800">
                <a:solidFill>
                  <a:srgbClr val="11233F"/>
                </a:solidFill>
              </a:defRPr>
            </a:pPr>
            <a:endParaRPr lang="en-US" sz="1800" dirty="0">
              <a:solidFill>
                <a:srgbClr val="11233F"/>
              </a:solidFill>
            </a:endParaRPr>
          </a:p>
        </p:txBody>
      </p:sp>
      <p:sp>
        <p:nvSpPr>
          <p:cNvPr id="8" name="Content">
            <a:extLst>
              <a:ext uri="{FF2B5EF4-FFF2-40B4-BE49-F238E27FC236}">
                <a16:creationId xmlns:a16="http://schemas.microsoft.com/office/drawing/2014/main" id="{0B400A19-4CF1-46C9-A548-ED645EB1C636}"/>
              </a:ext>
            </a:extLst>
          </p:cNvPr>
          <p:cNvSpPr txBox="1">
            <a:spLocks/>
          </p:cNvSpPr>
          <p:nvPr/>
        </p:nvSpPr>
        <p:spPr>
          <a:xfrm>
            <a:off x="869579" y="1491281"/>
            <a:ext cx="4040126" cy="1024239"/>
          </a:xfrm>
          <a:prstGeom prst="rect">
            <a:avLst/>
          </a:prstGeom>
        </p:spPr>
        <p:txBody>
          <a:bodyPr/>
          <a:lstStyle>
            <a:lvl1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6000" dirty="0">
                <a:latin typeface="+mj-lt"/>
              </a:rPr>
              <a:t>Content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891193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01">
            <a:extLst>
              <a:ext uri="{FF2B5EF4-FFF2-40B4-BE49-F238E27FC236}">
                <a16:creationId xmlns:a16="http://schemas.microsoft.com/office/drawing/2014/main" id="{8E101CD6-EFE8-4CF8-892A-B87F77CCDDB3}"/>
              </a:ext>
            </a:extLst>
          </p:cNvPr>
          <p:cNvSpPr txBox="1"/>
          <p:nvPr/>
        </p:nvSpPr>
        <p:spPr>
          <a:xfrm>
            <a:off x="697551" y="567786"/>
            <a:ext cx="1014221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2438338">
              <a:lnSpc>
                <a:spcPct val="90000"/>
              </a:lnSpc>
              <a:spcBef>
                <a:spcPts val="4500"/>
              </a:spcBef>
              <a:defRPr sz="7000">
                <a:solidFill>
                  <a:srgbClr val="11233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/>
              <a:t>01</a:t>
            </a:r>
          </a:p>
        </p:txBody>
      </p:sp>
      <p:sp>
        <p:nvSpPr>
          <p:cNvPr id="7" name="Predstavenie…">
            <a:extLst>
              <a:ext uri="{FF2B5EF4-FFF2-40B4-BE49-F238E27FC236}">
                <a16:creationId xmlns:a16="http://schemas.microsoft.com/office/drawing/2014/main" id="{DAAB5178-391C-417A-8C9C-A44E8204CC6A}"/>
              </a:ext>
            </a:extLst>
          </p:cNvPr>
          <p:cNvSpPr txBox="1"/>
          <p:nvPr/>
        </p:nvSpPr>
        <p:spPr>
          <a:xfrm>
            <a:off x="826026" y="2421152"/>
            <a:ext cx="4267194" cy="1764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2438338">
              <a:lnSpc>
                <a:spcPct val="90000"/>
              </a:lnSpc>
              <a:defRPr sz="5000">
                <a:solidFill>
                  <a:srgbClr val="11233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US" sz="6000" dirty="0"/>
              <a:t>Text</a:t>
            </a:r>
            <a:endParaRPr sz="6000" dirty="0"/>
          </a:p>
          <a:p>
            <a:pPr defTabSz="2438338">
              <a:lnSpc>
                <a:spcPct val="90000"/>
              </a:lnSpc>
              <a:defRPr sz="5000">
                <a:solidFill>
                  <a:srgbClr val="EE3B76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US" sz="6000" dirty="0"/>
              <a:t>Text </a:t>
            </a:r>
            <a:r>
              <a:rPr lang="en-US" sz="6000" dirty="0" err="1"/>
              <a:t>text</a:t>
            </a:r>
            <a:r>
              <a:rPr lang="en-US" sz="6000" dirty="0"/>
              <a:t> </a:t>
            </a:r>
            <a:r>
              <a:rPr lang="en-US" sz="6000" dirty="0" err="1"/>
              <a:t>text</a:t>
            </a:r>
            <a:endParaRPr sz="6000" dirty="0"/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9AE9E1C7-5372-433F-BC84-C96246EAFD0F}"/>
              </a:ext>
            </a:extLst>
          </p:cNvPr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CA597FE8-C35B-4A73-AD1B-C5A136086ACD}"/>
              </a:ext>
            </a:extLst>
          </p:cNvPr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 err="1"/>
              <a:t>InnovAIte</a:t>
            </a:r>
            <a:endParaRPr dirty="0"/>
          </a:p>
        </p:txBody>
      </p:sp>
      <p:sp>
        <p:nvSpPr>
          <p:cNvPr id="10" name="任意形状 1945">
            <a:extLst>
              <a:ext uri="{FF2B5EF4-FFF2-40B4-BE49-F238E27FC236}">
                <a16:creationId xmlns:a16="http://schemas.microsoft.com/office/drawing/2014/main" id="{1F8C0950-1F55-4DD0-872A-17E2E3D2C5BE}"/>
              </a:ext>
            </a:extLst>
          </p:cNvPr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594628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">
            <a:extLst>
              <a:ext uri="{FF2B5EF4-FFF2-40B4-BE49-F238E27FC236}">
                <a16:creationId xmlns:a16="http://schemas.microsoft.com/office/drawing/2014/main" id="{200718EA-800F-4FE2-B63A-DBD48417820E}"/>
              </a:ext>
            </a:extLst>
          </p:cNvPr>
          <p:cNvSpPr/>
          <p:nvPr/>
        </p:nvSpPr>
        <p:spPr>
          <a:xfrm>
            <a:off x="759449" y="2231924"/>
            <a:ext cx="3051929" cy="3470881"/>
          </a:xfrm>
          <a:prstGeom prst="roundRect">
            <a:avLst>
              <a:gd name="adj" fmla="val 9715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285A5105-E330-4623-9226-8EB9CB4E6824}"/>
              </a:ext>
            </a:extLst>
          </p:cNvPr>
          <p:cNvSpPr/>
          <p:nvPr/>
        </p:nvSpPr>
        <p:spPr>
          <a:xfrm>
            <a:off x="4572000" y="2231924"/>
            <a:ext cx="3048000" cy="3470881"/>
          </a:xfrm>
          <a:prstGeom prst="roundRect">
            <a:avLst>
              <a:gd name="adj" fmla="val 9727"/>
            </a:avLst>
          </a:prstGeom>
          <a:gradFill>
            <a:gsLst>
              <a:gs pos="0">
                <a:srgbClr val="E43C76"/>
              </a:gs>
              <a:gs pos="100000">
                <a:srgbClr val="52416C"/>
              </a:gs>
            </a:gsLst>
            <a:lin ang="4451742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lvl="1" indent="0">
              <a:buSzPct val="50000"/>
              <a:buNone/>
              <a:defRPr sz="18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endParaRPr lang="en-US" dirty="0">
              <a:latin typeface="+mn-lt"/>
            </a:endParaRPr>
          </a:p>
        </p:txBody>
      </p:sp>
      <p:sp>
        <p:nvSpPr>
          <p:cNvPr id="4" name="Rounded Rectangle">
            <a:extLst>
              <a:ext uri="{FF2B5EF4-FFF2-40B4-BE49-F238E27FC236}">
                <a16:creationId xmlns:a16="http://schemas.microsoft.com/office/drawing/2014/main" id="{0B87E752-A465-4664-B1EA-09BA8D3F6D86}"/>
              </a:ext>
            </a:extLst>
          </p:cNvPr>
          <p:cNvSpPr/>
          <p:nvPr/>
        </p:nvSpPr>
        <p:spPr>
          <a:xfrm>
            <a:off x="8422501" y="2231924"/>
            <a:ext cx="3048001" cy="3470881"/>
          </a:xfrm>
          <a:prstGeom prst="roundRect">
            <a:avLst>
              <a:gd name="adj" fmla="val 972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" name="Title Text">
            <a:extLst>
              <a:ext uri="{FF2B5EF4-FFF2-40B4-BE49-F238E27FC236}">
                <a16:creationId xmlns:a16="http://schemas.microsoft.com/office/drawing/2014/main" id="{D782EA0F-F7BB-42E6-B197-EBBCDD8F1FE7}"/>
              </a:ext>
            </a:extLst>
          </p:cNvPr>
          <p:cNvSpPr txBox="1">
            <a:spLocks/>
          </p:cNvSpPr>
          <p:nvPr/>
        </p:nvSpPr>
        <p:spPr>
          <a:xfrm>
            <a:off x="4138670" y="511839"/>
            <a:ext cx="3914652" cy="797361"/>
          </a:xfrm>
          <a:prstGeom prst="rect">
            <a:avLst/>
          </a:prstGeom>
        </p:spPr>
        <p:txBody>
          <a:bodyPr/>
          <a:lstStyle>
            <a:lvl1pPr marL="0" marR="0" indent="0" algn="ctr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6000" dirty="0">
                <a:latin typeface="+mj-lt"/>
              </a:rPr>
              <a:t>Title </a:t>
            </a:r>
            <a:r>
              <a:rPr lang="sk-SK" sz="6000" dirty="0">
                <a:latin typeface="+mj-lt"/>
              </a:rPr>
              <a:t>t</a:t>
            </a:r>
            <a:r>
              <a:rPr lang="en-US" sz="6000" dirty="0" err="1">
                <a:latin typeface="+mj-lt"/>
              </a:rPr>
              <a:t>ext</a:t>
            </a:r>
            <a:endParaRPr lang="en-US" sz="6000" dirty="0">
              <a:latin typeface="+mj-lt"/>
            </a:endParaRPr>
          </a:p>
        </p:txBody>
      </p:sp>
      <p:sp>
        <p:nvSpPr>
          <p:cNvPr id="6" name="Tvoríme softvérové riešenia na mieru a spájame systémy do jedného funkčného celku.">
            <a:extLst>
              <a:ext uri="{FF2B5EF4-FFF2-40B4-BE49-F238E27FC236}">
                <a16:creationId xmlns:a16="http://schemas.microsoft.com/office/drawing/2014/main" id="{70D6CAD2-7637-40A3-A8B2-FDA1A909FB11}"/>
              </a:ext>
            </a:extLst>
          </p:cNvPr>
          <p:cNvSpPr txBox="1"/>
          <p:nvPr/>
        </p:nvSpPr>
        <p:spPr>
          <a:xfrm>
            <a:off x="1755865" y="1337315"/>
            <a:ext cx="8680261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defRPr sz="1800">
                <a:solidFill>
                  <a:srgbClr val="11233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lang="en-US" sz="2800" dirty="0">
                <a:latin typeface="+mn-lt"/>
              </a:rPr>
              <a:t>Text </a:t>
            </a:r>
            <a:r>
              <a:rPr lang="en-US" sz="2800" dirty="0" err="1">
                <a:latin typeface="+mn-lt"/>
              </a:rPr>
              <a:t>text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text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text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text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text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text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text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text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text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text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text</a:t>
            </a:r>
            <a:r>
              <a:rPr lang="en-US" sz="2800" dirty="0">
                <a:latin typeface="+mn-lt"/>
              </a:rPr>
              <a:t> </a:t>
            </a:r>
            <a:r>
              <a:rPr lang="en-US" sz="2800" dirty="0" err="1">
                <a:latin typeface="+mn-lt"/>
              </a:rPr>
              <a:t>text</a:t>
            </a:r>
            <a:r>
              <a:rPr lang="en-US" sz="2800" dirty="0">
                <a:latin typeface="+mn-lt"/>
              </a:rPr>
              <a:t> </a:t>
            </a:r>
            <a:endParaRPr sz="2800" dirty="0">
              <a:latin typeface="+mn-lt"/>
            </a:endParaRPr>
          </a:p>
        </p:txBody>
      </p:sp>
      <p:sp>
        <p:nvSpPr>
          <p:cNvPr id="7" name="Fakty o nás">
            <a:extLst>
              <a:ext uri="{FF2B5EF4-FFF2-40B4-BE49-F238E27FC236}">
                <a16:creationId xmlns:a16="http://schemas.microsoft.com/office/drawing/2014/main" id="{F7ADE830-A75F-417B-855A-2474690D7148}"/>
              </a:ext>
            </a:extLst>
          </p:cNvPr>
          <p:cNvSpPr txBox="1"/>
          <p:nvPr/>
        </p:nvSpPr>
        <p:spPr>
          <a:xfrm>
            <a:off x="1302645" y="2641816"/>
            <a:ext cx="1978237" cy="407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2438338">
              <a:lnSpc>
                <a:spcPct val="90000"/>
              </a:lnSpc>
              <a:spcBef>
                <a:spcPts val="4500"/>
              </a:spcBef>
              <a:defRPr sz="1400">
                <a:solidFill>
                  <a:srgbClr val="EE3B76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en-US" sz="2200" dirty="0">
                <a:latin typeface="+mn-lt"/>
              </a:rPr>
              <a:t>Text</a:t>
            </a:r>
            <a:endParaRPr sz="2200" dirty="0">
              <a:latin typeface="+mn-lt"/>
            </a:endParaRPr>
          </a:p>
        </p:txBody>
      </p:sp>
      <p:sp>
        <p:nvSpPr>
          <p:cNvPr id="8" name="Od vzniku k úspechu">
            <a:extLst>
              <a:ext uri="{FF2B5EF4-FFF2-40B4-BE49-F238E27FC236}">
                <a16:creationId xmlns:a16="http://schemas.microsoft.com/office/drawing/2014/main" id="{078781A9-C915-4D79-B6EF-D70A53A06B26}"/>
              </a:ext>
            </a:extLst>
          </p:cNvPr>
          <p:cNvSpPr txBox="1"/>
          <p:nvPr/>
        </p:nvSpPr>
        <p:spPr>
          <a:xfrm>
            <a:off x="896352" y="3005889"/>
            <a:ext cx="2790829" cy="441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defRPr sz="1800">
                <a:solidFill>
                  <a:srgbClr val="11233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lang="en-US" sz="2200" dirty="0">
                <a:latin typeface="+mn-lt"/>
              </a:rPr>
              <a:t>Text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 </a:t>
            </a:r>
            <a:endParaRPr sz="2200" dirty="0">
              <a:latin typeface="+mn-lt"/>
            </a:endParaRPr>
          </a:p>
        </p:txBody>
      </p:sp>
      <p:sp>
        <p:nvSpPr>
          <p:cNvPr id="9" name="Vznik: 1991…">
            <a:extLst>
              <a:ext uri="{FF2B5EF4-FFF2-40B4-BE49-F238E27FC236}">
                <a16:creationId xmlns:a16="http://schemas.microsoft.com/office/drawing/2014/main" id="{C7328577-30B3-4FFB-A669-27E6315EBF0B}"/>
              </a:ext>
            </a:extLst>
          </p:cNvPr>
          <p:cNvSpPr txBox="1"/>
          <p:nvPr/>
        </p:nvSpPr>
        <p:spPr>
          <a:xfrm>
            <a:off x="1243749" y="3477350"/>
            <a:ext cx="2096029" cy="1841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1500"/>
              </a:spcBef>
              <a:defRPr>
                <a:solidFill>
                  <a:srgbClr val="9F9FA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Text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endParaRPr sz="2200" dirty="0">
              <a:latin typeface="+mn-lt"/>
            </a:endParaRPr>
          </a:p>
          <a:p>
            <a:pPr algn="ctr">
              <a:lnSpc>
                <a:spcPct val="100000"/>
              </a:lnSpc>
              <a:spcBef>
                <a:spcPts val="1500"/>
              </a:spcBef>
              <a:defRPr>
                <a:solidFill>
                  <a:srgbClr val="9F9FA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Text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endParaRPr lang="en-US" sz="2200" dirty="0">
              <a:latin typeface="+mn-lt"/>
            </a:endParaRPr>
          </a:p>
          <a:p>
            <a:pPr algn="ctr">
              <a:lnSpc>
                <a:spcPct val="100000"/>
              </a:lnSpc>
              <a:spcBef>
                <a:spcPts val="1500"/>
              </a:spcBef>
              <a:defRPr>
                <a:solidFill>
                  <a:srgbClr val="9F9FA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Text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endParaRPr lang="en-US" sz="2200" dirty="0">
              <a:latin typeface="+mn-lt"/>
            </a:endParaRPr>
          </a:p>
        </p:txBody>
      </p:sp>
      <p:sp>
        <p:nvSpPr>
          <p:cNvPr id="10" name="Hodnoty">
            <a:extLst>
              <a:ext uri="{FF2B5EF4-FFF2-40B4-BE49-F238E27FC236}">
                <a16:creationId xmlns:a16="http://schemas.microsoft.com/office/drawing/2014/main" id="{57A4957A-44A1-4399-BBBC-FB90C55084A6}"/>
              </a:ext>
            </a:extLst>
          </p:cNvPr>
          <p:cNvSpPr txBox="1"/>
          <p:nvPr/>
        </p:nvSpPr>
        <p:spPr>
          <a:xfrm>
            <a:off x="8957383" y="2641816"/>
            <a:ext cx="1978237" cy="407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2438338">
              <a:lnSpc>
                <a:spcPct val="90000"/>
              </a:lnSpc>
              <a:spcBef>
                <a:spcPts val="4500"/>
              </a:spcBef>
              <a:defRPr sz="1400">
                <a:solidFill>
                  <a:srgbClr val="EE3B76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en-US" sz="2200" dirty="0">
                <a:latin typeface="+mn-lt"/>
              </a:rPr>
              <a:t>Text</a:t>
            </a:r>
            <a:endParaRPr sz="2200" dirty="0">
              <a:latin typeface="+mn-lt"/>
            </a:endParaRPr>
          </a:p>
        </p:txBody>
      </p:sp>
      <p:sp>
        <p:nvSpPr>
          <p:cNvPr id="11" name="Čo nás definuje">
            <a:extLst>
              <a:ext uri="{FF2B5EF4-FFF2-40B4-BE49-F238E27FC236}">
                <a16:creationId xmlns:a16="http://schemas.microsoft.com/office/drawing/2014/main" id="{D89814B1-A495-4145-A27C-7DCF673DC29B}"/>
              </a:ext>
            </a:extLst>
          </p:cNvPr>
          <p:cNvSpPr txBox="1"/>
          <p:nvPr/>
        </p:nvSpPr>
        <p:spPr>
          <a:xfrm>
            <a:off x="8551088" y="3005889"/>
            <a:ext cx="2790829" cy="441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defRPr sz="1800">
                <a:solidFill>
                  <a:srgbClr val="11233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lang="en-US" sz="2200" dirty="0">
                <a:latin typeface="+mn-lt"/>
              </a:rPr>
              <a:t>Text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 </a:t>
            </a:r>
          </a:p>
        </p:txBody>
      </p:sp>
      <p:sp>
        <p:nvSpPr>
          <p:cNvPr id="12" name="Transparentnosť…">
            <a:extLst>
              <a:ext uri="{FF2B5EF4-FFF2-40B4-BE49-F238E27FC236}">
                <a16:creationId xmlns:a16="http://schemas.microsoft.com/office/drawing/2014/main" id="{ED109745-94C5-402C-BDEA-F81E54366A57}"/>
              </a:ext>
            </a:extLst>
          </p:cNvPr>
          <p:cNvSpPr txBox="1"/>
          <p:nvPr/>
        </p:nvSpPr>
        <p:spPr>
          <a:xfrm>
            <a:off x="8696807" y="3793043"/>
            <a:ext cx="2499389" cy="1515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0" marR="0" lvl="0" indent="0" algn="ctr" defTabSz="457200" rtl="0" eaLnBrk="1" fontAlgn="auto" latinLnBrk="0" hangingPunct="0">
              <a:lnSpc>
                <a:spcPct val="6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9F9FA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Text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sz="2200" dirty="0">
                <a:latin typeface="+mn-lt"/>
              </a:rPr>
              <a:t> </a:t>
            </a:r>
          </a:p>
          <a:p>
            <a:pPr marL="0" marR="0" lvl="0" indent="0" algn="ctr" defTabSz="457200" rtl="0" eaLnBrk="1" fontAlgn="auto" latinLnBrk="0" hangingPunct="0">
              <a:lnSpc>
                <a:spcPct val="60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9F9FA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Text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endParaRPr lang="en-US" sz="2200" dirty="0">
              <a:latin typeface="+mn-lt"/>
            </a:endParaRPr>
          </a:p>
          <a:p>
            <a:pPr algn="ctr">
              <a:lnSpc>
                <a:spcPct val="60000"/>
              </a:lnSpc>
              <a:spcBef>
                <a:spcPts val="1500"/>
              </a:spcBef>
              <a:defRPr>
                <a:solidFill>
                  <a:srgbClr val="9F9FA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sz="2200" dirty="0">
                <a:latin typeface="+mn-lt"/>
              </a:rPr>
              <a:t> </a:t>
            </a:r>
            <a:r>
              <a:rPr lang="en-US" sz="2200" dirty="0">
                <a:latin typeface="+mn-lt"/>
              </a:rPr>
              <a:t>Text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endParaRPr lang="sk-SK" sz="2200" dirty="0">
              <a:latin typeface="+mn-lt"/>
            </a:endParaRPr>
          </a:p>
          <a:p>
            <a:pPr algn="ctr">
              <a:lnSpc>
                <a:spcPct val="60000"/>
              </a:lnSpc>
              <a:spcBef>
                <a:spcPts val="1500"/>
              </a:spcBef>
              <a:defRPr>
                <a:solidFill>
                  <a:srgbClr val="9F9FA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Text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endParaRPr lang="en-US" sz="2200" dirty="0">
              <a:latin typeface="+mn-lt"/>
            </a:endParaRPr>
          </a:p>
        </p:txBody>
      </p:sp>
      <p:sp>
        <p:nvSpPr>
          <p:cNvPr id="13" name="Fakty o nás">
            <a:extLst>
              <a:ext uri="{FF2B5EF4-FFF2-40B4-BE49-F238E27FC236}">
                <a16:creationId xmlns:a16="http://schemas.microsoft.com/office/drawing/2014/main" id="{A2027156-8C80-4970-9B2C-E82C84C364C2}"/>
              </a:ext>
            </a:extLst>
          </p:cNvPr>
          <p:cNvSpPr txBox="1"/>
          <p:nvPr/>
        </p:nvSpPr>
        <p:spPr>
          <a:xfrm>
            <a:off x="5106879" y="2641816"/>
            <a:ext cx="1978237" cy="407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2438338">
              <a:lnSpc>
                <a:spcPct val="90000"/>
              </a:lnSpc>
              <a:spcBef>
                <a:spcPts val="4500"/>
              </a:spcBef>
              <a:defRPr sz="1400">
                <a:solidFill>
                  <a:srgbClr val="EE3B76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r>
              <a:rPr lang="en-US" sz="2200" dirty="0">
                <a:solidFill>
                  <a:schemeClr val="bg1"/>
                </a:solidFill>
                <a:latin typeface="+mn-lt"/>
              </a:rPr>
              <a:t>Text</a:t>
            </a:r>
            <a:endParaRPr sz="2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" name="Od vzniku k úspechu">
            <a:extLst>
              <a:ext uri="{FF2B5EF4-FFF2-40B4-BE49-F238E27FC236}">
                <a16:creationId xmlns:a16="http://schemas.microsoft.com/office/drawing/2014/main" id="{E7777584-52B4-4598-9717-F0DA31DCD910}"/>
              </a:ext>
            </a:extLst>
          </p:cNvPr>
          <p:cNvSpPr txBox="1"/>
          <p:nvPr/>
        </p:nvSpPr>
        <p:spPr>
          <a:xfrm>
            <a:off x="4702696" y="2983272"/>
            <a:ext cx="2790829" cy="441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defRPr sz="1800">
                <a:solidFill>
                  <a:srgbClr val="11233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lang="en-US" sz="2200" dirty="0">
                <a:solidFill>
                  <a:schemeClr val="bg1"/>
                </a:solidFill>
                <a:latin typeface="+mn-lt"/>
              </a:rPr>
              <a:t>Text </a:t>
            </a:r>
            <a:r>
              <a:rPr lang="en-US" sz="2200" dirty="0" err="1">
                <a:solidFill>
                  <a:schemeClr val="bg1"/>
                </a:solidFill>
                <a:latin typeface="+mn-lt"/>
              </a:rPr>
              <a:t>text</a:t>
            </a:r>
            <a:r>
              <a:rPr lang="en-US" sz="2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+mn-lt"/>
              </a:rPr>
              <a:t>text</a:t>
            </a:r>
            <a:r>
              <a:rPr lang="en-US" sz="2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+mn-lt"/>
              </a:rPr>
              <a:t>text</a:t>
            </a:r>
            <a:r>
              <a:rPr lang="en-US" sz="2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+mn-lt"/>
              </a:rPr>
              <a:t>text</a:t>
            </a:r>
            <a:r>
              <a:rPr lang="en-US" sz="2200" dirty="0">
                <a:solidFill>
                  <a:schemeClr val="bg1"/>
                </a:solidFill>
                <a:latin typeface="+mn-lt"/>
              </a:rPr>
              <a:t>  </a:t>
            </a:r>
            <a:endParaRPr sz="2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5" name="Transparentnosť…">
            <a:extLst>
              <a:ext uri="{FF2B5EF4-FFF2-40B4-BE49-F238E27FC236}">
                <a16:creationId xmlns:a16="http://schemas.microsoft.com/office/drawing/2014/main" id="{DA495C3D-7BBE-4E21-8195-6DE69CB5AE16}"/>
              </a:ext>
            </a:extLst>
          </p:cNvPr>
          <p:cNvSpPr txBox="1"/>
          <p:nvPr/>
        </p:nvSpPr>
        <p:spPr>
          <a:xfrm>
            <a:off x="4846302" y="3762566"/>
            <a:ext cx="2499389" cy="1515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lnSpc>
                <a:spcPct val="60000"/>
              </a:lnSpc>
              <a:spcBef>
                <a:spcPts val="1500"/>
              </a:spcBef>
              <a:defRPr>
                <a:solidFill>
                  <a:srgbClr val="9F9FA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solidFill>
                  <a:schemeClr val="bg1"/>
                </a:solidFill>
                <a:latin typeface="+mn-lt"/>
              </a:rPr>
              <a:t>Text </a:t>
            </a:r>
            <a:r>
              <a:rPr lang="en-US" sz="2200" dirty="0" err="1">
                <a:solidFill>
                  <a:schemeClr val="bg1"/>
                </a:solidFill>
                <a:latin typeface="+mn-lt"/>
              </a:rPr>
              <a:t>text</a:t>
            </a:r>
            <a:r>
              <a:rPr lang="en-US" sz="2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+mn-lt"/>
              </a:rPr>
              <a:t>text</a:t>
            </a:r>
            <a:r>
              <a:rPr lang="en-US" sz="2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+mn-lt"/>
              </a:rPr>
              <a:t>text</a:t>
            </a:r>
            <a:r>
              <a:rPr sz="2200" dirty="0">
                <a:solidFill>
                  <a:schemeClr val="bg1"/>
                </a:solidFill>
                <a:latin typeface="+mn-lt"/>
              </a:rPr>
              <a:t> </a:t>
            </a:r>
          </a:p>
          <a:p>
            <a:pPr algn="ctr">
              <a:lnSpc>
                <a:spcPct val="60000"/>
              </a:lnSpc>
              <a:spcBef>
                <a:spcPts val="1500"/>
              </a:spcBef>
              <a:defRPr>
                <a:solidFill>
                  <a:srgbClr val="9F9FA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solidFill>
                  <a:schemeClr val="bg1"/>
                </a:solidFill>
                <a:latin typeface="+mn-lt"/>
              </a:rPr>
              <a:t>Text </a:t>
            </a:r>
            <a:r>
              <a:rPr lang="en-US" sz="2200" dirty="0" err="1">
                <a:solidFill>
                  <a:schemeClr val="bg1"/>
                </a:solidFill>
                <a:latin typeface="+mn-lt"/>
              </a:rPr>
              <a:t>text</a:t>
            </a:r>
            <a:r>
              <a:rPr lang="en-US" sz="2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+mn-lt"/>
              </a:rPr>
              <a:t>text</a:t>
            </a:r>
            <a:endParaRPr lang="en-US" sz="2200" dirty="0">
              <a:solidFill>
                <a:schemeClr val="bg1"/>
              </a:solidFill>
              <a:latin typeface="+mn-lt"/>
            </a:endParaRPr>
          </a:p>
          <a:p>
            <a:pPr algn="ctr">
              <a:lnSpc>
                <a:spcPct val="60000"/>
              </a:lnSpc>
              <a:spcBef>
                <a:spcPts val="1500"/>
              </a:spcBef>
              <a:defRPr>
                <a:solidFill>
                  <a:srgbClr val="9F9FA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solidFill>
                  <a:schemeClr val="bg1"/>
                </a:solidFill>
                <a:latin typeface="+mn-lt"/>
              </a:rPr>
              <a:t>Text </a:t>
            </a:r>
            <a:r>
              <a:rPr lang="en-US" sz="2200" dirty="0" err="1">
                <a:solidFill>
                  <a:schemeClr val="bg1"/>
                </a:solidFill>
                <a:latin typeface="+mn-lt"/>
              </a:rPr>
              <a:t>text</a:t>
            </a:r>
            <a:r>
              <a:rPr lang="en-US" sz="2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+mn-lt"/>
              </a:rPr>
              <a:t>text</a:t>
            </a:r>
            <a:r>
              <a:rPr lang="en-US" sz="2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+mn-lt"/>
              </a:rPr>
              <a:t>text</a:t>
            </a:r>
            <a:r>
              <a:rPr sz="2200" dirty="0">
                <a:solidFill>
                  <a:schemeClr val="bg1"/>
                </a:solidFill>
                <a:latin typeface="+mn-lt"/>
              </a:rPr>
              <a:t> </a:t>
            </a:r>
          </a:p>
          <a:p>
            <a:pPr algn="ctr">
              <a:lnSpc>
                <a:spcPct val="60000"/>
              </a:lnSpc>
              <a:spcBef>
                <a:spcPts val="1500"/>
              </a:spcBef>
              <a:defRPr>
                <a:solidFill>
                  <a:srgbClr val="9F9FA0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solidFill>
                  <a:schemeClr val="bg1"/>
                </a:solidFill>
                <a:latin typeface="+mn-lt"/>
              </a:rPr>
              <a:t>Text </a:t>
            </a:r>
            <a:r>
              <a:rPr lang="en-US" sz="2200" dirty="0" err="1">
                <a:solidFill>
                  <a:schemeClr val="bg1"/>
                </a:solidFill>
                <a:latin typeface="+mn-lt"/>
              </a:rPr>
              <a:t>text</a:t>
            </a:r>
            <a:r>
              <a:rPr lang="en-US" sz="22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+mn-lt"/>
              </a:rPr>
              <a:t>text</a:t>
            </a:r>
            <a:endParaRPr lang="en-US" sz="2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6" name="TextBox 1">
            <a:extLst>
              <a:ext uri="{FF2B5EF4-FFF2-40B4-BE49-F238E27FC236}">
                <a16:creationId xmlns:a16="http://schemas.microsoft.com/office/drawing/2014/main" id="{26BB4E5D-C1E4-48B3-8B42-6451C4D43FF8}"/>
              </a:ext>
            </a:extLst>
          </p:cNvPr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BED83105-5340-47E0-B34E-CD3AFDAA409F}"/>
              </a:ext>
            </a:extLst>
          </p:cNvPr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 err="1"/>
              <a:t>InnovAIte</a:t>
            </a:r>
            <a:endParaRPr dirty="0"/>
          </a:p>
        </p:txBody>
      </p:sp>
      <p:sp>
        <p:nvSpPr>
          <p:cNvPr id="18" name="任意形状 1945">
            <a:extLst>
              <a:ext uri="{FF2B5EF4-FFF2-40B4-BE49-F238E27FC236}">
                <a16:creationId xmlns:a16="http://schemas.microsoft.com/office/drawing/2014/main" id="{3EE72A12-92D9-4793-ACEB-4C3687EF0D32}"/>
              </a:ext>
            </a:extLst>
          </p:cNvPr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890888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>
            <a:extLst>
              <a:ext uri="{FF2B5EF4-FFF2-40B4-BE49-F238E27FC236}">
                <a16:creationId xmlns:a16="http://schemas.microsoft.com/office/drawing/2014/main" id="{113AFD39-6EDB-4615-A6AC-CF5C6057EEFD}"/>
              </a:ext>
            </a:extLst>
          </p:cNvPr>
          <p:cNvSpPr txBox="1">
            <a:spLocks/>
          </p:cNvSpPr>
          <p:nvPr/>
        </p:nvSpPr>
        <p:spPr>
          <a:xfrm>
            <a:off x="4138674" y="334322"/>
            <a:ext cx="3914652" cy="797361"/>
          </a:xfrm>
          <a:prstGeom prst="rect">
            <a:avLst/>
          </a:prstGeom>
        </p:spPr>
        <p:txBody>
          <a:bodyPr/>
          <a:lstStyle>
            <a:lvl1pPr marL="0" marR="0" indent="0" algn="ctr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6000" dirty="0">
                <a:latin typeface="+mj-lt"/>
              </a:rPr>
              <a:t>Title text</a:t>
            </a:r>
            <a:r>
              <a:rPr lang="en-US" sz="6000" dirty="0">
                <a:solidFill>
                  <a:srgbClr val="EE3B76"/>
                </a:solidFill>
                <a:latin typeface="+mj-lt"/>
              </a:rPr>
              <a:t>?</a:t>
            </a:r>
            <a:endParaRPr lang="en-US" sz="6000" dirty="0">
              <a:latin typeface="+mj-lt"/>
            </a:endParaRPr>
          </a:p>
        </p:txBody>
      </p:sp>
      <p:sp>
        <p:nvSpPr>
          <p:cNvPr id="3" name="We do Projects">
            <a:extLst>
              <a:ext uri="{FF2B5EF4-FFF2-40B4-BE49-F238E27FC236}">
                <a16:creationId xmlns:a16="http://schemas.microsoft.com/office/drawing/2014/main" id="{26F6CCE5-943E-4539-BACE-3513EBB8A580}"/>
              </a:ext>
            </a:extLst>
          </p:cNvPr>
          <p:cNvSpPr txBox="1"/>
          <p:nvPr/>
        </p:nvSpPr>
        <p:spPr>
          <a:xfrm>
            <a:off x="4091443" y="1360320"/>
            <a:ext cx="4009111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lnSpc>
                <a:spcPct val="100000"/>
              </a:lnSpc>
              <a:defRPr>
                <a:solidFill>
                  <a:srgbClr val="11233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</a:lstStyle>
          <a:p>
            <a:r>
              <a:rPr lang="en-US" sz="2400" dirty="0">
                <a:latin typeface="+mn-lt"/>
              </a:rPr>
              <a:t>Text </a:t>
            </a:r>
            <a:r>
              <a:rPr lang="en-US" sz="2400" dirty="0" err="1">
                <a:latin typeface="+mn-lt"/>
              </a:rPr>
              <a:t>text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text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text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text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text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text</a:t>
            </a:r>
            <a:endParaRPr lang="en-US" sz="2400" dirty="0">
              <a:latin typeface="+mn-lt"/>
            </a:endParaRPr>
          </a:p>
        </p:txBody>
      </p:sp>
      <p:sp>
        <p:nvSpPr>
          <p:cNvPr id="4" name="Group 4">
            <a:extLst>
              <a:ext uri="{FF2B5EF4-FFF2-40B4-BE49-F238E27FC236}">
                <a16:creationId xmlns:a16="http://schemas.microsoft.com/office/drawing/2014/main" id="{0E0E5A27-28E6-4669-80AE-4184368485A9}"/>
              </a:ext>
            </a:extLst>
          </p:cNvPr>
          <p:cNvSpPr/>
          <p:nvPr/>
        </p:nvSpPr>
        <p:spPr>
          <a:xfrm>
            <a:off x="6139542" y="2369458"/>
            <a:ext cx="4996772" cy="2917373"/>
          </a:xfrm>
          <a:prstGeom prst="roundRect">
            <a:avLst>
              <a:gd name="adj" fmla="val 10836"/>
            </a:avLst>
          </a:prstGeom>
          <a:solidFill>
            <a:srgbClr val="FFFFFF"/>
          </a:solidFill>
          <a:ln w="12700">
            <a:miter lim="400000"/>
          </a:ln>
          <a:effectLst>
            <a:outerShdw blurRad="850900" dist="635000" dir="5400000" rotWithShape="0">
              <a:srgbClr val="000000">
                <a:alpha val="10000"/>
              </a:srgbClr>
            </a:outerShdw>
          </a:effectLst>
        </p:spPr>
        <p:txBody>
          <a:bodyPr lIns="45718" tIns="45718" rIns="45718" bIns="45718" anchor="ctr"/>
          <a:lstStyle/>
          <a:p>
            <a:pPr algn="ctr" defTabSz="914400">
              <a:lnSpc>
                <a:spcPct val="100000"/>
              </a:lnSpc>
              <a:defRPr sz="18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" name="Group 3">
            <a:extLst>
              <a:ext uri="{FF2B5EF4-FFF2-40B4-BE49-F238E27FC236}">
                <a16:creationId xmlns:a16="http://schemas.microsoft.com/office/drawing/2014/main" id="{D17965DC-FEE8-4B48-A363-DD10181EBB05}"/>
              </a:ext>
            </a:extLst>
          </p:cNvPr>
          <p:cNvSpPr/>
          <p:nvPr/>
        </p:nvSpPr>
        <p:spPr>
          <a:xfrm>
            <a:off x="1055686" y="2369458"/>
            <a:ext cx="4879069" cy="2917373"/>
          </a:xfrm>
          <a:prstGeom prst="roundRect">
            <a:avLst>
              <a:gd name="adj" fmla="val 10836"/>
            </a:avLst>
          </a:prstGeom>
          <a:gradFill>
            <a:gsLst>
              <a:gs pos="0">
                <a:srgbClr val="EE3B76"/>
              </a:gs>
              <a:gs pos="100000">
                <a:srgbClr val="5A426D"/>
              </a:gs>
            </a:gsLst>
            <a:lin ang="13500000"/>
          </a:gra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defTabSz="914400">
              <a:lnSpc>
                <a:spcPct val="100000"/>
              </a:lnSpc>
              <a:defRPr sz="1800">
                <a:solidFill>
                  <a:srgbClr val="EE3B76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 sz="2000"/>
          </a:p>
        </p:txBody>
      </p:sp>
      <p:sp>
        <p:nvSpPr>
          <p:cNvPr id="6" name="Consulting…">
            <a:extLst>
              <a:ext uri="{FF2B5EF4-FFF2-40B4-BE49-F238E27FC236}">
                <a16:creationId xmlns:a16="http://schemas.microsoft.com/office/drawing/2014/main" id="{5D8A1B0C-6580-406E-900A-8D2DEA2EA90F}"/>
              </a:ext>
            </a:extLst>
          </p:cNvPr>
          <p:cNvSpPr txBox="1"/>
          <p:nvPr/>
        </p:nvSpPr>
        <p:spPr>
          <a:xfrm>
            <a:off x="1869592" y="2613901"/>
            <a:ext cx="2541044" cy="24284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304800" lvl="1" indent="-304800">
              <a:buSzPct val="50000"/>
              <a:buBlip>
                <a:blip r:embed="rId2"/>
              </a:buBlip>
              <a:defRPr sz="18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Text</a:t>
            </a:r>
            <a:endParaRPr sz="2200" dirty="0">
              <a:latin typeface="+mn-lt"/>
            </a:endParaRPr>
          </a:p>
          <a:p>
            <a:pPr marL="304800" lvl="1" indent="-304800">
              <a:buSzPct val="50000"/>
              <a:buBlip>
                <a:blip r:embed="rId2"/>
              </a:buBlip>
              <a:defRPr sz="18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Text</a:t>
            </a:r>
            <a:endParaRPr sz="2200" dirty="0">
              <a:latin typeface="+mn-lt"/>
            </a:endParaRPr>
          </a:p>
          <a:p>
            <a:pPr marL="304800" lvl="1" indent="-304800">
              <a:buSzPct val="50000"/>
              <a:buBlip>
                <a:blip r:embed="rId2"/>
              </a:buBlip>
              <a:defRPr sz="18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Text</a:t>
            </a:r>
            <a:endParaRPr sz="2200" dirty="0">
              <a:latin typeface="+mn-lt"/>
            </a:endParaRPr>
          </a:p>
          <a:p>
            <a:pPr marL="304800" lvl="1" indent="-304800">
              <a:buSzPct val="50000"/>
              <a:buBlip>
                <a:blip r:embed="rId2"/>
              </a:buBlip>
              <a:defRPr sz="18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Text</a:t>
            </a:r>
            <a:endParaRPr sz="2200" dirty="0">
              <a:latin typeface="+mn-lt"/>
            </a:endParaRPr>
          </a:p>
          <a:p>
            <a:pPr marL="304800" lvl="1" indent="-304800">
              <a:buSzPct val="50000"/>
              <a:buBlip>
                <a:blip r:embed="rId2"/>
              </a:buBlip>
              <a:defRPr sz="18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Text</a:t>
            </a:r>
            <a:endParaRPr sz="2200" dirty="0">
              <a:latin typeface="+mn-lt"/>
            </a:endParaRPr>
          </a:p>
        </p:txBody>
      </p:sp>
      <p:sp>
        <p:nvSpPr>
          <p:cNvPr id="7" name="Development…">
            <a:extLst>
              <a:ext uri="{FF2B5EF4-FFF2-40B4-BE49-F238E27FC236}">
                <a16:creationId xmlns:a16="http://schemas.microsoft.com/office/drawing/2014/main" id="{F1F263F6-90D9-43AB-AE0B-C15D3247E75A}"/>
              </a:ext>
            </a:extLst>
          </p:cNvPr>
          <p:cNvSpPr txBox="1"/>
          <p:nvPr/>
        </p:nvSpPr>
        <p:spPr>
          <a:xfrm>
            <a:off x="6951495" y="2613902"/>
            <a:ext cx="2518318" cy="24284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304800" lvl="1" indent="-304800">
              <a:buSzPct val="50000"/>
              <a:buBlip>
                <a:blip r:embed="rId3"/>
              </a:buBlip>
              <a:defRPr sz="1800">
                <a:solidFill>
                  <a:srgbClr val="11233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Text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304800" lvl="1" indent="-304800">
              <a:buSzPct val="50000"/>
              <a:buBlip>
                <a:blip r:embed="rId3"/>
              </a:buBlip>
              <a:defRPr sz="1800">
                <a:solidFill>
                  <a:srgbClr val="11233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Text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304800" lvl="1" indent="-304800">
              <a:buSzPct val="50000"/>
              <a:buBlip>
                <a:blip r:embed="rId3"/>
              </a:buBlip>
              <a:defRPr sz="1800">
                <a:solidFill>
                  <a:srgbClr val="11233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Text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</a:p>
          <a:p>
            <a:pPr marL="304800" lvl="1" indent="-304800">
              <a:buSzPct val="50000"/>
              <a:buBlip>
                <a:blip r:embed="rId3"/>
              </a:buBlip>
              <a:defRPr sz="1800">
                <a:solidFill>
                  <a:srgbClr val="11233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Text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</a:p>
          <a:p>
            <a:pPr marL="304800" lvl="1" indent="-304800">
              <a:buSzPct val="50000"/>
              <a:buBlip>
                <a:blip r:embed="rId3"/>
              </a:buBlip>
              <a:defRPr sz="1800">
                <a:solidFill>
                  <a:srgbClr val="11233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Text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0D203F80-605C-49ED-92F3-D1A9EA2C4BA8}"/>
              </a:ext>
            </a:extLst>
          </p:cNvPr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FEBA9D73-A5BF-475F-BC1A-082FB70848FA}"/>
              </a:ext>
            </a:extLst>
          </p:cNvPr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 err="1"/>
              <a:t>InnovAIte</a:t>
            </a:r>
            <a:endParaRPr dirty="0"/>
          </a:p>
        </p:txBody>
      </p:sp>
      <p:sp>
        <p:nvSpPr>
          <p:cNvPr id="12" name="任意形状 1945">
            <a:extLst>
              <a:ext uri="{FF2B5EF4-FFF2-40B4-BE49-F238E27FC236}">
                <a16:creationId xmlns:a16="http://schemas.microsoft.com/office/drawing/2014/main" id="{A701EEDF-7689-4231-9658-6893F0BDDEBE}"/>
              </a:ext>
            </a:extLst>
          </p:cNvPr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039382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ilding Enduring Partnerships…">
            <a:extLst>
              <a:ext uri="{FF2B5EF4-FFF2-40B4-BE49-F238E27FC236}">
                <a16:creationId xmlns:a16="http://schemas.microsoft.com/office/drawing/2014/main" id="{AA5E7E07-EA86-402B-8D3B-8FA0C24383B3}"/>
              </a:ext>
            </a:extLst>
          </p:cNvPr>
          <p:cNvSpPr txBox="1">
            <a:spLocks/>
          </p:cNvSpPr>
          <p:nvPr/>
        </p:nvSpPr>
        <p:spPr>
          <a:xfrm>
            <a:off x="5724927" y="1451608"/>
            <a:ext cx="5140108" cy="3436502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  <a:lvl2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2pPr>
            <a:lvl3pPr marL="319314" marR="0" indent="-319314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Blip>
                <a:blip r:embed="rId2"/>
              </a:buBlip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3pPr>
            <a:lvl4pPr marL="4871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4pPr>
            <a:lvl5pPr marL="6649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5pPr>
            <a:lvl6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6pPr>
            <a:lvl7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7pPr>
            <a:lvl8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8pPr>
            <a:lvl9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9pPr>
          </a:lstStyle>
          <a:p>
            <a:pPr marL="279399" lvl="2" indent="-279399" hangingPunct="1">
              <a:spcBef>
                <a:spcPts val="300"/>
              </a:spcBef>
              <a:buFontTx/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US" sz="2200" dirty="0">
                <a:solidFill>
                  <a:srgbClr val="11233F"/>
                </a:solidFill>
                <a:latin typeface="+mn-lt"/>
              </a:rPr>
              <a:t>Text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text</a:t>
            </a:r>
            <a:br>
              <a:rPr lang="en-US" sz="2200" dirty="0">
                <a:solidFill>
                  <a:srgbClr val="11233F"/>
                </a:solidFill>
                <a:latin typeface="+mn-lt"/>
              </a:rPr>
            </a:br>
            <a:endParaRPr lang="en-US" sz="2200" dirty="0">
              <a:solidFill>
                <a:srgbClr val="11233F"/>
              </a:solidFill>
              <a:latin typeface="+mn-lt"/>
            </a:endParaRPr>
          </a:p>
          <a:p>
            <a:pPr marL="279399" lvl="2" indent="-279399" hangingPunct="1">
              <a:spcBef>
                <a:spcPts val="300"/>
              </a:spcBef>
              <a:buFontTx/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US" sz="2200" dirty="0">
                <a:solidFill>
                  <a:srgbClr val="11233F"/>
                </a:solidFill>
                <a:latin typeface="+mn-lt"/>
              </a:rPr>
              <a:t>Text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text</a:t>
            </a:r>
            <a:br>
              <a:rPr lang="en-US" sz="2200" dirty="0">
                <a:solidFill>
                  <a:srgbClr val="11233F"/>
                </a:solidFill>
                <a:latin typeface="+mn-lt"/>
              </a:rPr>
            </a:br>
            <a:endParaRPr lang="en-US" sz="2200" dirty="0">
              <a:solidFill>
                <a:srgbClr val="11233F"/>
              </a:solidFill>
              <a:latin typeface="+mn-lt"/>
            </a:endParaRPr>
          </a:p>
          <a:p>
            <a:pPr marL="279399" lvl="2" indent="-279399" hangingPunct="1">
              <a:spcBef>
                <a:spcPts val="300"/>
              </a:spcBef>
              <a:buFontTx/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US" sz="2200" dirty="0">
                <a:solidFill>
                  <a:srgbClr val="11233F"/>
                </a:solidFill>
                <a:latin typeface="+mn-lt"/>
              </a:rPr>
              <a:t>Text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text</a:t>
            </a:r>
            <a:br>
              <a:rPr lang="en-US" sz="2200" dirty="0">
                <a:solidFill>
                  <a:srgbClr val="11233F"/>
                </a:solidFill>
                <a:latin typeface="+mn-lt"/>
              </a:rPr>
            </a:br>
            <a:endParaRPr lang="en-US" sz="2200" dirty="0">
              <a:solidFill>
                <a:srgbClr val="11233F"/>
              </a:solidFill>
              <a:latin typeface="+mn-lt"/>
            </a:endParaRPr>
          </a:p>
          <a:p>
            <a:pPr marL="279399" lvl="2" indent="-279399" hangingPunct="1">
              <a:spcBef>
                <a:spcPts val="300"/>
              </a:spcBef>
              <a:buFontTx/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US" sz="2200" dirty="0">
                <a:solidFill>
                  <a:srgbClr val="11233F"/>
                </a:solidFill>
                <a:latin typeface="+mn-lt"/>
              </a:rPr>
              <a:t>Text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text</a:t>
            </a:r>
            <a:br>
              <a:rPr lang="en-US" sz="2200" dirty="0">
                <a:solidFill>
                  <a:srgbClr val="11233F"/>
                </a:solidFill>
                <a:latin typeface="+mn-lt"/>
              </a:rPr>
            </a:br>
            <a:endParaRPr lang="en-US" sz="2200" dirty="0">
              <a:solidFill>
                <a:srgbClr val="11233F"/>
              </a:solidFill>
              <a:latin typeface="+mn-lt"/>
            </a:endParaRPr>
          </a:p>
          <a:p>
            <a:pPr marL="279399" lvl="2" indent="-279399" hangingPunct="1">
              <a:spcBef>
                <a:spcPts val="300"/>
              </a:spcBef>
              <a:buFontTx/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US" sz="2200" dirty="0">
                <a:solidFill>
                  <a:srgbClr val="11233F"/>
                </a:solidFill>
                <a:latin typeface="+mn-lt"/>
              </a:rPr>
              <a:t>Text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text</a:t>
            </a:r>
            <a:br>
              <a:rPr lang="en-US" sz="2200" dirty="0">
                <a:solidFill>
                  <a:srgbClr val="11233F"/>
                </a:solidFill>
                <a:latin typeface="+mn-lt"/>
              </a:rPr>
            </a:br>
            <a:endParaRPr lang="en-US" sz="2200" dirty="0">
              <a:solidFill>
                <a:srgbClr val="11233F"/>
              </a:solidFill>
              <a:latin typeface="+mn-lt"/>
            </a:endParaRPr>
          </a:p>
          <a:p>
            <a:pPr marL="279399" lvl="2" indent="-279399" hangingPunct="1">
              <a:spcBef>
                <a:spcPts val="300"/>
              </a:spcBef>
              <a:buFontTx/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US" sz="2200" dirty="0">
                <a:solidFill>
                  <a:srgbClr val="11233F"/>
                </a:solidFill>
                <a:latin typeface="+mn-lt"/>
              </a:rPr>
              <a:t>Text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text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US" sz="2200" dirty="0" err="1">
                <a:solidFill>
                  <a:srgbClr val="11233F"/>
                </a:solidFill>
                <a:latin typeface="+mn-lt"/>
              </a:rPr>
              <a:t>tex</a:t>
            </a:r>
            <a:r>
              <a:rPr lang="en-US" sz="2200" dirty="0">
                <a:solidFill>
                  <a:srgbClr val="11233F"/>
                </a:solidFill>
                <a:latin typeface="+mn-lt"/>
              </a:rPr>
              <a:t> text</a:t>
            </a:r>
          </a:p>
        </p:txBody>
      </p:sp>
      <p:sp>
        <p:nvSpPr>
          <p:cNvPr id="3" name="Our values">
            <a:extLst>
              <a:ext uri="{FF2B5EF4-FFF2-40B4-BE49-F238E27FC236}">
                <a16:creationId xmlns:a16="http://schemas.microsoft.com/office/drawing/2014/main" id="{D2FA4577-FA6F-4A7F-A576-E745A802AA2B}"/>
              </a:ext>
            </a:extLst>
          </p:cNvPr>
          <p:cNvSpPr txBox="1">
            <a:spLocks/>
          </p:cNvSpPr>
          <p:nvPr/>
        </p:nvSpPr>
        <p:spPr>
          <a:xfrm>
            <a:off x="869579" y="1491281"/>
            <a:ext cx="4552379" cy="1024239"/>
          </a:xfrm>
          <a:prstGeom prst="rect">
            <a:avLst/>
          </a:prstGeom>
        </p:spPr>
        <p:txBody>
          <a:bodyPr/>
          <a:lstStyle>
            <a:lvl1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6000" dirty="0">
                <a:latin typeface="+mj-lt"/>
              </a:rPr>
              <a:t>Text</a:t>
            </a:r>
            <a:r>
              <a:rPr lang="en-US" sz="6000" dirty="0"/>
              <a:t> </a:t>
            </a:r>
            <a:r>
              <a:rPr lang="en-US" sz="6000" dirty="0" err="1"/>
              <a:t>text</a:t>
            </a:r>
            <a:r>
              <a:rPr lang="en-US" sz="6000" dirty="0"/>
              <a:t> 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22967037-30DA-4FA0-9B55-FC1F44EB536F}"/>
              </a:ext>
            </a:extLst>
          </p:cNvPr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1A25A05A-AE95-4258-8476-DB48DD3AEA69}"/>
              </a:ext>
            </a:extLst>
          </p:cNvPr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 err="1"/>
              <a:t>InnovAIte</a:t>
            </a:r>
            <a:endParaRPr dirty="0"/>
          </a:p>
        </p:txBody>
      </p:sp>
      <p:sp>
        <p:nvSpPr>
          <p:cNvPr id="6" name="任意形状 1945">
            <a:extLst>
              <a:ext uri="{FF2B5EF4-FFF2-40B4-BE49-F238E27FC236}">
                <a16:creationId xmlns:a16="http://schemas.microsoft.com/office/drawing/2014/main" id="{04902AAA-2153-4FF2-B9EB-C129B71AB6B1}"/>
              </a:ext>
            </a:extLst>
          </p:cNvPr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279569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edstavenie…">
            <a:extLst>
              <a:ext uri="{FF2B5EF4-FFF2-40B4-BE49-F238E27FC236}">
                <a16:creationId xmlns:a16="http://schemas.microsoft.com/office/drawing/2014/main" id="{DAAB5178-391C-417A-8C9C-A44E8204CC6A}"/>
              </a:ext>
            </a:extLst>
          </p:cNvPr>
          <p:cNvSpPr txBox="1"/>
          <p:nvPr/>
        </p:nvSpPr>
        <p:spPr>
          <a:xfrm>
            <a:off x="826026" y="2421152"/>
            <a:ext cx="4267194" cy="1764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2438338">
              <a:lnSpc>
                <a:spcPct val="90000"/>
              </a:lnSpc>
              <a:defRPr sz="5000">
                <a:solidFill>
                  <a:srgbClr val="11233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US" sz="6000" dirty="0">
                <a:latin typeface="+mj-lt"/>
              </a:rPr>
              <a:t>Text</a:t>
            </a:r>
            <a:endParaRPr sz="6000" dirty="0">
              <a:latin typeface="+mj-lt"/>
            </a:endParaRPr>
          </a:p>
          <a:p>
            <a:pPr defTabSz="2438338">
              <a:lnSpc>
                <a:spcPct val="90000"/>
              </a:lnSpc>
              <a:defRPr sz="5000">
                <a:solidFill>
                  <a:srgbClr val="EE3B76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US" sz="6000" dirty="0">
                <a:latin typeface="+mj-lt"/>
              </a:rPr>
              <a:t>Text </a:t>
            </a:r>
            <a:r>
              <a:rPr lang="en-US" sz="6000" dirty="0" err="1">
                <a:latin typeface="+mj-lt"/>
              </a:rPr>
              <a:t>text</a:t>
            </a:r>
            <a:r>
              <a:rPr lang="en-US" sz="6000" dirty="0">
                <a:latin typeface="+mj-lt"/>
              </a:rPr>
              <a:t> </a:t>
            </a:r>
            <a:r>
              <a:rPr lang="en-US" sz="6000" dirty="0" err="1">
                <a:latin typeface="+mj-lt"/>
              </a:rPr>
              <a:t>text</a:t>
            </a:r>
            <a:endParaRPr sz="6000" dirty="0">
              <a:latin typeface="+mj-lt"/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9AE9E1C7-5372-433F-BC84-C96246EAFD0F}"/>
              </a:ext>
            </a:extLst>
          </p:cNvPr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CA597FE8-C35B-4A73-AD1B-C5A136086ACD}"/>
              </a:ext>
            </a:extLst>
          </p:cNvPr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 err="1"/>
              <a:t>InnovAIte</a:t>
            </a:r>
            <a:endParaRPr dirty="0"/>
          </a:p>
        </p:txBody>
      </p:sp>
      <p:sp>
        <p:nvSpPr>
          <p:cNvPr id="10" name="任意形状 1945">
            <a:extLst>
              <a:ext uri="{FF2B5EF4-FFF2-40B4-BE49-F238E27FC236}">
                <a16:creationId xmlns:a16="http://schemas.microsoft.com/office/drawing/2014/main" id="{1F8C0950-1F55-4DD0-872A-17E2E3D2C5BE}"/>
              </a:ext>
            </a:extLst>
          </p:cNvPr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1" name="02">
            <a:extLst>
              <a:ext uri="{FF2B5EF4-FFF2-40B4-BE49-F238E27FC236}">
                <a16:creationId xmlns:a16="http://schemas.microsoft.com/office/drawing/2014/main" id="{B7FC9DB0-89D2-4E40-8772-35ABA53ED30E}"/>
              </a:ext>
            </a:extLst>
          </p:cNvPr>
          <p:cNvSpPr txBox="1"/>
          <p:nvPr/>
        </p:nvSpPr>
        <p:spPr>
          <a:xfrm>
            <a:off x="697551" y="567786"/>
            <a:ext cx="1014221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2438338">
              <a:lnSpc>
                <a:spcPct val="90000"/>
              </a:lnSpc>
              <a:spcBef>
                <a:spcPts val="4500"/>
              </a:spcBef>
              <a:defRPr sz="7000">
                <a:solidFill>
                  <a:srgbClr val="11233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1949510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4C12A6C8-D619-423E-85DF-7555DE13E39F}"/>
              </a:ext>
            </a:extLst>
          </p:cNvPr>
          <p:cNvSpPr txBox="1">
            <a:spLocks/>
          </p:cNvSpPr>
          <p:nvPr/>
        </p:nvSpPr>
        <p:spPr>
          <a:xfrm>
            <a:off x="869579" y="1491281"/>
            <a:ext cx="4552378" cy="1851139"/>
          </a:xfrm>
          <a:prstGeom prst="rect">
            <a:avLst/>
          </a:prstGeom>
        </p:spPr>
        <p:txBody>
          <a:bodyPr/>
          <a:lstStyle>
            <a:lvl1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6000" dirty="0"/>
              <a:t>Text </a:t>
            </a:r>
            <a:r>
              <a:rPr lang="en-US" sz="6000" dirty="0" err="1"/>
              <a:t>Text</a:t>
            </a:r>
            <a:r>
              <a:rPr lang="en-US" sz="6000" dirty="0"/>
              <a:t> </a:t>
            </a:r>
            <a:br>
              <a:rPr lang="en-US" sz="6000" dirty="0"/>
            </a:br>
            <a:r>
              <a:rPr lang="en-US" sz="6000" dirty="0" err="1"/>
              <a:t>Text</a:t>
            </a:r>
            <a:r>
              <a:rPr lang="en-US" sz="6000" dirty="0"/>
              <a:t> </a:t>
            </a:r>
            <a:r>
              <a:rPr lang="en-US" sz="6000" dirty="0" err="1"/>
              <a:t>Text</a:t>
            </a:r>
            <a:r>
              <a:rPr lang="en-US" sz="6000" dirty="0"/>
              <a:t> </a:t>
            </a:r>
          </a:p>
        </p:txBody>
      </p:sp>
      <p:sp>
        <p:nvSpPr>
          <p:cNvPr id="3" name="Rounded Rectangle">
            <a:extLst>
              <a:ext uri="{FF2B5EF4-FFF2-40B4-BE49-F238E27FC236}">
                <a16:creationId xmlns:a16="http://schemas.microsoft.com/office/drawing/2014/main" id="{B56C00B5-5CB7-438E-819D-47821093C435}"/>
              </a:ext>
            </a:extLst>
          </p:cNvPr>
          <p:cNvSpPr/>
          <p:nvPr/>
        </p:nvSpPr>
        <p:spPr>
          <a:xfrm>
            <a:off x="5808057" y="3426795"/>
            <a:ext cx="2601468" cy="15620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152400" dist="105126" dir="8830586" rotWithShape="0">
              <a:srgbClr val="014E5C">
                <a:alpha val="16663"/>
              </a:srgbClr>
            </a:outerShdw>
          </a:effectLst>
        </p:spPr>
        <p:txBody>
          <a:bodyPr lIns="22859" tIns="22859" rIns="22859" bIns="22859" anchor="ctr"/>
          <a:lstStyle/>
          <a:p>
            <a:endParaRPr>
              <a:latin typeface="+mn-lt"/>
            </a:endParaRPr>
          </a:p>
        </p:txBody>
      </p:sp>
      <p:sp>
        <p:nvSpPr>
          <p:cNvPr id="4" name="Rounded Rectangle">
            <a:extLst>
              <a:ext uri="{FF2B5EF4-FFF2-40B4-BE49-F238E27FC236}">
                <a16:creationId xmlns:a16="http://schemas.microsoft.com/office/drawing/2014/main" id="{B5D0E957-8A92-4C6F-BE32-80FE6FD70F6A}"/>
              </a:ext>
            </a:extLst>
          </p:cNvPr>
          <p:cNvSpPr/>
          <p:nvPr/>
        </p:nvSpPr>
        <p:spPr>
          <a:xfrm>
            <a:off x="8759279" y="3426795"/>
            <a:ext cx="2601468" cy="15620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152400" dist="105126" dir="8830586" rotWithShape="0">
              <a:srgbClr val="014E5C">
                <a:alpha val="16663"/>
              </a:srgbClr>
            </a:outerShdw>
          </a:effectLst>
        </p:spPr>
        <p:txBody>
          <a:bodyPr lIns="22859" tIns="22859" rIns="22859" bIns="22859" anchor="ctr"/>
          <a:lstStyle/>
          <a:p>
            <a:endParaRPr>
              <a:latin typeface="+mn-lt"/>
            </a:endParaRPr>
          </a:p>
        </p:txBody>
      </p:sp>
      <p:sp>
        <p:nvSpPr>
          <p:cNvPr id="5" name="Rounded Rectangle">
            <a:extLst>
              <a:ext uri="{FF2B5EF4-FFF2-40B4-BE49-F238E27FC236}">
                <a16:creationId xmlns:a16="http://schemas.microsoft.com/office/drawing/2014/main" id="{FD2EB5C9-20DF-4528-9ADB-C20F35B9A0E9}"/>
              </a:ext>
            </a:extLst>
          </p:cNvPr>
          <p:cNvSpPr/>
          <p:nvPr/>
        </p:nvSpPr>
        <p:spPr>
          <a:xfrm>
            <a:off x="5808057" y="1493992"/>
            <a:ext cx="2601468" cy="1562036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EE3B76"/>
              </a:gs>
              <a:gs pos="100000">
                <a:srgbClr val="63416D"/>
              </a:gs>
            </a:gsLst>
            <a:lin ang="14115097"/>
          </a:gradFill>
          <a:ln w="12700">
            <a:miter lim="400000"/>
          </a:ln>
        </p:spPr>
        <p:txBody>
          <a:bodyPr lIns="22859" tIns="22859" rIns="22859" bIns="22859" anchor="ctr"/>
          <a:lstStyle/>
          <a:p>
            <a:endParaRPr>
              <a:latin typeface="+mn-lt"/>
            </a:endParaRPr>
          </a:p>
        </p:txBody>
      </p:sp>
      <p:sp>
        <p:nvSpPr>
          <p:cNvPr id="6" name="Rounded Rectangle">
            <a:extLst>
              <a:ext uri="{FF2B5EF4-FFF2-40B4-BE49-F238E27FC236}">
                <a16:creationId xmlns:a16="http://schemas.microsoft.com/office/drawing/2014/main" id="{78446D0A-F335-411C-898F-1C42DEE37DA6}"/>
              </a:ext>
            </a:extLst>
          </p:cNvPr>
          <p:cNvSpPr/>
          <p:nvPr/>
        </p:nvSpPr>
        <p:spPr>
          <a:xfrm>
            <a:off x="8759279" y="1493992"/>
            <a:ext cx="2601468" cy="15620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miter lim="400000"/>
          </a:ln>
          <a:effectLst>
            <a:outerShdw blurRad="152400" dist="105126" dir="8830586" rotWithShape="0">
              <a:srgbClr val="014E5C">
                <a:alpha val="16663"/>
              </a:srgbClr>
            </a:outerShdw>
          </a:effectLst>
        </p:spPr>
        <p:txBody>
          <a:bodyPr lIns="22859" tIns="22859" rIns="22859" bIns="22859" anchor="ctr"/>
          <a:lstStyle/>
          <a:p>
            <a:endParaRPr>
              <a:latin typeface="+mn-lt"/>
            </a:endParaRPr>
          </a:p>
        </p:txBody>
      </p:sp>
      <p:sp>
        <p:nvSpPr>
          <p:cNvPr id="7" name="Insurance">
            <a:extLst>
              <a:ext uri="{FF2B5EF4-FFF2-40B4-BE49-F238E27FC236}">
                <a16:creationId xmlns:a16="http://schemas.microsoft.com/office/drawing/2014/main" id="{56649FB3-F96A-4EB9-8234-86050F3E7C50}"/>
              </a:ext>
            </a:extLst>
          </p:cNvPr>
          <p:cNvSpPr txBox="1"/>
          <p:nvPr/>
        </p:nvSpPr>
        <p:spPr>
          <a:xfrm>
            <a:off x="6860488" y="2259417"/>
            <a:ext cx="496609" cy="353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2859" tIns="22859" rIns="22859" bIns="22859">
            <a:spAutoFit/>
          </a:bodyPr>
          <a:lstStyle/>
          <a:p>
            <a:pPr lvl="2" algn="ctr">
              <a:lnSpc>
                <a:spcPct val="100000"/>
              </a:lnSpc>
              <a:defRPr sz="1800">
                <a:solidFill>
                  <a:srgbClr val="FFFFF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000" dirty="0">
                <a:latin typeface="+mn-lt"/>
              </a:rPr>
              <a:t>Text</a:t>
            </a:r>
            <a:endParaRPr dirty="0">
              <a:latin typeface="+mn-lt"/>
            </a:endParaRPr>
          </a:p>
        </p:txBody>
      </p:sp>
      <p:sp>
        <p:nvSpPr>
          <p:cNvPr id="8" name="Banking">
            <a:extLst>
              <a:ext uri="{FF2B5EF4-FFF2-40B4-BE49-F238E27FC236}">
                <a16:creationId xmlns:a16="http://schemas.microsoft.com/office/drawing/2014/main" id="{41E3F1DC-A9F9-4C94-95DA-0BFB9E3456DE}"/>
              </a:ext>
            </a:extLst>
          </p:cNvPr>
          <p:cNvSpPr txBox="1"/>
          <p:nvPr/>
        </p:nvSpPr>
        <p:spPr>
          <a:xfrm>
            <a:off x="9862876" y="2251458"/>
            <a:ext cx="496609" cy="353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2859" tIns="22859" rIns="22859" bIns="22859">
            <a:spAutoFit/>
          </a:bodyPr>
          <a:lstStyle/>
          <a:p>
            <a:pPr lvl="2" algn="ctr">
              <a:lnSpc>
                <a:spcPct val="100000"/>
              </a:lnSpc>
              <a:defRPr sz="1800">
                <a:solidFill>
                  <a:srgbClr val="11233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000" dirty="0">
                <a:latin typeface="+mn-lt"/>
              </a:rPr>
              <a:t>Text</a:t>
            </a:r>
            <a:endParaRPr dirty="0">
              <a:latin typeface="+mn-lt"/>
            </a:endParaRPr>
          </a:p>
        </p:txBody>
      </p:sp>
      <p:sp>
        <p:nvSpPr>
          <p:cNvPr id="9" name="Public Sector">
            <a:extLst>
              <a:ext uri="{FF2B5EF4-FFF2-40B4-BE49-F238E27FC236}">
                <a16:creationId xmlns:a16="http://schemas.microsoft.com/office/drawing/2014/main" id="{11F531C2-03F5-4E11-98A0-E6FC8D9A19A1}"/>
              </a:ext>
            </a:extLst>
          </p:cNvPr>
          <p:cNvSpPr txBox="1"/>
          <p:nvPr/>
        </p:nvSpPr>
        <p:spPr>
          <a:xfrm>
            <a:off x="9862876" y="4209053"/>
            <a:ext cx="496609" cy="353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2859" tIns="22859" rIns="22859" bIns="22859">
            <a:spAutoFit/>
          </a:bodyPr>
          <a:lstStyle/>
          <a:p>
            <a:pPr lvl="2" algn="ctr">
              <a:lnSpc>
                <a:spcPct val="100000"/>
              </a:lnSpc>
              <a:defRPr sz="1800">
                <a:solidFill>
                  <a:srgbClr val="11233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000" dirty="0">
                <a:latin typeface="+mn-lt"/>
              </a:rPr>
              <a:t>Text</a:t>
            </a:r>
            <a:endParaRPr dirty="0">
              <a:latin typeface="+mn-lt"/>
            </a:endParaRPr>
          </a:p>
        </p:txBody>
      </p:sp>
      <p:sp>
        <p:nvSpPr>
          <p:cNvPr id="10" name="Energy">
            <a:extLst>
              <a:ext uri="{FF2B5EF4-FFF2-40B4-BE49-F238E27FC236}">
                <a16:creationId xmlns:a16="http://schemas.microsoft.com/office/drawing/2014/main" id="{A2CD4ED7-2324-447F-BFE6-4078B4A0DE04}"/>
              </a:ext>
            </a:extLst>
          </p:cNvPr>
          <p:cNvSpPr txBox="1"/>
          <p:nvPr/>
        </p:nvSpPr>
        <p:spPr>
          <a:xfrm>
            <a:off x="6834040" y="4196353"/>
            <a:ext cx="549508" cy="353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2859" tIns="22859" rIns="22859" bIns="22859">
            <a:spAutoFit/>
          </a:bodyPr>
          <a:lstStyle/>
          <a:p>
            <a:pPr lvl="2" algn="ctr">
              <a:lnSpc>
                <a:spcPct val="100000"/>
              </a:lnSpc>
              <a:defRPr sz="1800">
                <a:solidFill>
                  <a:srgbClr val="11233F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000" dirty="0">
                <a:latin typeface="+mn-lt"/>
              </a:rPr>
              <a:t>Text</a:t>
            </a:r>
            <a:r>
              <a:rPr lang="en-US" dirty="0">
                <a:latin typeface="+mn-lt"/>
              </a:rPr>
              <a:t> </a:t>
            </a:r>
            <a:endParaRPr dirty="0">
              <a:latin typeface="+mn-lt"/>
            </a:endParaRPr>
          </a:p>
        </p:txBody>
      </p:sp>
      <p:pic>
        <p:nvPicPr>
          <p:cNvPr id="11" name="Vector.svg" descr="Vector.svg">
            <a:extLst>
              <a:ext uri="{FF2B5EF4-FFF2-40B4-BE49-F238E27FC236}">
                <a16:creationId xmlns:a16="http://schemas.microsoft.com/office/drawing/2014/main" id="{84DEEFC6-1E92-431B-B5C3-2A71836CD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791" y="1940083"/>
            <a:ext cx="254001" cy="330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banknote.svg" descr="banknote.svg">
            <a:extLst>
              <a:ext uri="{FF2B5EF4-FFF2-40B4-BE49-F238E27FC236}">
                <a16:creationId xmlns:a16="http://schemas.microsoft.com/office/drawing/2014/main" id="{1E26C769-0EAD-4B41-AFDC-2577F5917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781" y="1922642"/>
            <a:ext cx="3048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landmark.svg" descr="landmark.svg">
            <a:extLst>
              <a:ext uri="{FF2B5EF4-FFF2-40B4-BE49-F238E27FC236}">
                <a16:creationId xmlns:a16="http://schemas.microsoft.com/office/drawing/2014/main" id="{2E8D502B-C398-4A86-BCC3-77664D68C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8781" y="3872686"/>
            <a:ext cx="3048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zap.svg" descr="zap.svg">
            <a:extLst>
              <a:ext uri="{FF2B5EF4-FFF2-40B4-BE49-F238E27FC236}">
                <a16:creationId xmlns:a16="http://schemas.microsoft.com/office/drawing/2014/main" id="{9E68066B-358D-46E0-9D34-B58C45E438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6391" y="3885386"/>
            <a:ext cx="304801" cy="3048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">
            <a:extLst>
              <a:ext uri="{FF2B5EF4-FFF2-40B4-BE49-F238E27FC236}">
                <a16:creationId xmlns:a16="http://schemas.microsoft.com/office/drawing/2014/main" id="{CD62093A-606D-4416-A1E5-4D210A0DE8CA}"/>
              </a:ext>
            </a:extLst>
          </p:cNvPr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F43B8CCA-B91D-43FF-BA10-76B27E045808}"/>
              </a:ext>
            </a:extLst>
          </p:cNvPr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 err="1"/>
              <a:t>InnovAIte</a:t>
            </a:r>
            <a:endParaRPr dirty="0"/>
          </a:p>
        </p:txBody>
      </p:sp>
      <p:sp>
        <p:nvSpPr>
          <p:cNvPr id="17" name="任意形状 1945">
            <a:extLst>
              <a:ext uri="{FF2B5EF4-FFF2-40B4-BE49-F238E27FC236}">
                <a16:creationId xmlns:a16="http://schemas.microsoft.com/office/drawing/2014/main" id="{2946C59B-8B52-4161-A99B-ECAD52562945}"/>
              </a:ext>
            </a:extLst>
          </p:cNvPr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99558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C6C8C501-EF79-461B-BA35-C46C01DC6C31}"/>
              </a:ext>
            </a:extLst>
          </p:cNvPr>
          <p:cNvSpPr txBox="1"/>
          <p:nvPr/>
        </p:nvSpPr>
        <p:spPr>
          <a:xfrm>
            <a:off x="6214975" y="1682440"/>
            <a:ext cx="5090650" cy="31495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2">
              <a:lnSpc>
                <a:spcPct val="100000"/>
              </a:lnSpc>
              <a:spcBef>
                <a:spcPts val="1600"/>
              </a:spcBef>
              <a:buSzPct val="80000"/>
              <a:buBlip>
                <a:blip r:embed="rId2"/>
              </a:buBlip>
              <a:defRPr sz="1800">
                <a:solidFill>
                  <a:srgbClr val="535353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 Text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endParaRPr sz="2200" b="1" dirty="0">
              <a:latin typeface="+mn-lt"/>
              <a:ea typeface="Inter Bold"/>
              <a:cs typeface="Inter Bold"/>
              <a:sym typeface="Inter Bold"/>
            </a:endParaRPr>
          </a:p>
          <a:p>
            <a:pPr marL="487172" lvl="3" indent="-195072">
              <a:lnSpc>
                <a:spcPct val="100000"/>
              </a:lnSpc>
              <a:spcBef>
                <a:spcPts val="1600"/>
              </a:spcBef>
              <a:buClr>
                <a:srgbClr val="EE3B76"/>
              </a:buClr>
              <a:buSzPct val="100000"/>
              <a:buFont typeface="Arial"/>
              <a:buChar char="•"/>
              <a:defRPr sz="1800">
                <a:solidFill>
                  <a:srgbClr val="535353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Text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</a:p>
          <a:p>
            <a:pPr marL="487172" lvl="3" indent="-195072">
              <a:lnSpc>
                <a:spcPct val="100000"/>
              </a:lnSpc>
              <a:spcBef>
                <a:spcPts val="1600"/>
              </a:spcBef>
              <a:buClr>
                <a:srgbClr val="EE3B76"/>
              </a:buClr>
              <a:buSzPct val="100000"/>
              <a:buFont typeface="Arial"/>
              <a:buChar char="•"/>
              <a:defRPr sz="1800">
                <a:solidFill>
                  <a:srgbClr val="535353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Text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</a:p>
          <a:p>
            <a:pPr marL="487172" lvl="3" indent="-195072">
              <a:lnSpc>
                <a:spcPct val="100000"/>
              </a:lnSpc>
              <a:spcBef>
                <a:spcPts val="1600"/>
              </a:spcBef>
              <a:buClr>
                <a:srgbClr val="EE3B76"/>
              </a:buClr>
              <a:buSzPct val="100000"/>
              <a:buFont typeface="Arial"/>
              <a:buChar char="•"/>
              <a:defRPr sz="1800">
                <a:solidFill>
                  <a:srgbClr val="535353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Text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</a:p>
          <a:p>
            <a:pPr marL="487172" lvl="3" indent="-195072">
              <a:lnSpc>
                <a:spcPct val="100000"/>
              </a:lnSpc>
              <a:spcBef>
                <a:spcPts val="1600"/>
              </a:spcBef>
              <a:buClr>
                <a:srgbClr val="EE3B76"/>
              </a:buClr>
              <a:buSzPct val="100000"/>
              <a:buFont typeface="Arial"/>
              <a:buChar char="•"/>
              <a:defRPr sz="1800">
                <a:solidFill>
                  <a:srgbClr val="535353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Text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</a:p>
          <a:p>
            <a:pPr marL="487172" lvl="3" indent="-195072">
              <a:lnSpc>
                <a:spcPct val="100000"/>
              </a:lnSpc>
              <a:spcBef>
                <a:spcPts val="1600"/>
              </a:spcBef>
              <a:buClr>
                <a:srgbClr val="EE3B76"/>
              </a:buClr>
              <a:buSzPct val="100000"/>
              <a:buFont typeface="Arial"/>
              <a:buChar char="•"/>
              <a:defRPr sz="1800">
                <a:solidFill>
                  <a:srgbClr val="535353"/>
                </a:solidFill>
                <a:latin typeface="Montserrat Regular"/>
                <a:ea typeface="Montserrat Regular"/>
                <a:cs typeface="Montserrat Regular"/>
                <a:sym typeface="Montserrat Regular"/>
              </a:defRPr>
            </a:pPr>
            <a:r>
              <a:rPr lang="en-US" sz="2200" dirty="0">
                <a:latin typeface="+mn-lt"/>
              </a:rPr>
              <a:t>Text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  <a:r>
              <a:rPr lang="en-US" sz="2200" dirty="0" err="1">
                <a:latin typeface="+mn-lt"/>
              </a:rPr>
              <a:t>text</a:t>
            </a:r>
            <a:r>
              <a:rPr lang="en-US" sz="2200" dirty="0">
                <a:latin typeface="+mn-lt"/>
              </a:rPr>
              <a:t> 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92D1F65C-029A-445B-A5D8-ADA46FE752DB}"/>
              </a:ext>
            </a:extLst>
          </p:cNvPr>
          <p:cNvSpPr txBox="1">
            <a:spLocks/>
          </p:cNvSpPr>
          <p:nvPr/>
        </p:nvSpPr>
        <p:spPr>
          <a:xfrm>
            <a:off x="869579" y="1491281"/>
            <a:ext cx="4552378" cy="1851139"/>
          </a:xfrm>
          <a:prstGeom prst="rect">
            <a:avLst/>
          </a:prstGeom>
        </p:spPr>
        <p:txBody>
          <a:bodyPr/>
          <a:lstStyle>
            <a:lvl1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6000" dirty="0">
                <a:latin typeface="+mj-lt"/>
              </a:rPr>
              <a:t>Text </a:t>
            </a:r>
            <a:r>
              <a:rPr lang="en-US" sz="6000" dirty="0" err="1">
                <a:latin typeface="+mj-lt"/>
              </a:rPr>
              <a:t>Text</a:t>
            </a:r>
            <a:r>
              <a:rPr lang="en-US" sz="6000" dirty="0">
                <a:latin typeface="+mj-lt"/>
              </a:rPr>
              <a:t> </a:t>
            </a:r>
            <a:br>
              <a:rPr lang="en-US" sz="6000" dirty="0">
                <a:latin typeface="+mj-lt"/>
              </a:rPr>
            </a:br>
            <a:r>
              <a:rPr lang="en-US" sz="6000" dirty="0" err="1">
                <a:latin typeface="+mj-lt"/>
              </a:rPr>
              <a:t>Text</a:t>
            </a:r>
            <a:r>
              <a:rPr lang="en-US" sz="6000" dirty="0">
                <a:latin typeface="+mj-lt"/>
              </a:rPr>
              <a:t> </a:t>
            </a:r>
            <a:r>
              <a:rPr lang="en-US" sz="6000" dirty="0" err="1">
                <a:latin typeface="+mj-lt"/>
              </a:rPr>
              <a:t>Text</a:t>
            </a:r>
            <a:r>
              <a:rPr lang="en-US" sz="6000" dirty="0">
                <a:latin typeface="+mj-lt"/>
              </a:rPr>
              <a:t> </a:t>
            </a: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13345C3B-9BE4-4A31-A9D3-C59DD05479BD}"/>
              </a:ext>
            </a:extLst>
          </p:cNvPr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 panose="020B0604020202020204" pitchFamily="34" charset="0"/>
                <a:cs typeface="Helvetica" panose="020B0604020202020204" pitchFamily="34" charset="0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4CA09399-FFFA-409A-A68C-0118C895D9C4}"/>
              </a:ext>
            </a:extLst>
          </p:cNvPr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 err="1"/>
              <a:t>InnovAIte</a:t>
            </a:r>
            <a:endParaRPr dirty="0"/>
          </a:p>
        </p:txBody>
      </p:sp>
      <p:sp>
        <p:nvSpPr>
          <p:cNvPr id="11" name="任意形状 1945">
            <a:extLst>
              <a:ext uri="{FF2B5EF4-FFF2-40B4-BE49-F238E27FC236}">
                <a16:creationId xmlns:a16="http://schemas.microsoft.com/office/drawing/2014/main" id="{F4EBC8FE-1693-4EEB-B433-53E325706DD9}"/>
              </a:ext>
            </a:extLst>
          </p:cNvPr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050885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92D1F65C-029A-445B-A5D8-ADA46FE752DB}"/>
              </a:ext>
            </a:extLst>
          </p:cNvPr>
          <p:cNvSpPr txBox="1">
            <a:spLocks/>
          </p:cNvSpPr>
          <p:nvPr/>
        </p:nvSpPr>
        <p:spPr>
          <a:xfrm>
            <a:off x="869579" y="1491281"/>
            <a:ext cx="4552378" cy="1851139"/>
          </a:xfrm>
          <a:prstGeom prst="rect">
            <a:avLst/>
          </a:prstGeom>
        </p:spPr>
        <p:txBody>
          <a:bodyPr/>
          <a:lstStyle>
            <a:lvl1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6000" dirty="0">
                <a:latin typeface="+mj-lt"/>
              </a:rPr>
              <a:t>Text </a:t>
            </a:r>
            <a:r>
              <a:rPr lang="en-US" sz="6000" dirty="0" err="1">
                <a:latin typeface="+mj-lt"/>
              </a:rPr>
              <a:t>Text</a:t>
            </a:r>
            <a:r>
              <a:rPr lang="en-US" sz="6000" dirty="0">
                <a:latin typeface="+mj-lt"/>
              </a:rPr>
              <a:t> </a:t>
            </a:r>
            <a:br>
              <a:rPr lang="en-US" sz="6000" dirty="0">
                <a:latin typeface="+mj-lt"/>
              </a:rPr>
            </a:br>
            <a:r>
              <a:rPr lang="en-US" sz="6000" dirty="0" err="1">
                <a:latin typeface="+mj-lt"/>
              </a:rPr>
              <a:t>Text</a:t>
            </a:r>
            <a:r>
              <a:rPr lang="en-US" sz="6000" dirty="0">
                <a:latin typeface="+mj-lt"/>
              </a:rPr>
              <a:t> </a:t>
            </a:r>
            <a:r>
              <a:rPr lang="en-US" sz="6000" dirty="0" err="1">
                <a:latin typeface="+mj-lt"/>
              </a:rPr>
              <a:t>Text</a:t>
            </a:r>
            <a:r>
              <a:rPr lang="en-US" sz="6000" dirty="0">
                <a:latin typeface="+mj-lt"/>
              </a:rPr>
              <a:t> </a:t>
            </a: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13345C3B-9BE4-4A31-A9D3-C59DD05479BD}"/>
              </a:ext>
            </a:extLst>
          </p:cNvPr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 panose="020B0604020202020204" pitchFamily="34" charset="0"/>
                <a:cs typeface="Helvetica" panose="020B0604020202020204" pitchFamily="34" charset="0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4CA09399-FFFA-409A-A68C-0118C895D9C4}"/>
              </a:ext>
            </a:extLst>
          </p:cNvPr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 err="1"/>
              <a:t>InnovAIte</a:t>
            </a:r>
            <a:endParaRPr dirty="0"/>
          </a:p>
        </p:txBody>
      </p:sp>
      <p:sp>
        <p:nvSpPr>
          <p:cNvPr id="11" name="任意形状 1945">
            <a:extLst>
              <a:ext uri="{FF2B5EF4-FFF2-40B4-BE49-F238E27FC236}">
                <a16:creationId xmlns:a16="http://schemas.microsoft.com/office/drawing/2014/main" id="{F4EBC8FE-1693-4EEB-B433-53E325706DD9}"/>
              </a:ext>
            </a:extLst>
          </p:cNvPr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A54AAD-BE50-4056-8009-C4CA4810B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416449"/>
              </p:ext>
            </p:extLst>
          </p:nvPr>
        </p:nvGraphicFramePr>
        <p:xfrm>
          <a:off x="5041021" y="1608098"/>
          <a:ext cx="6144660" cy="381496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36165">
                  <a:extLst>
                    <a:ext uri="{9D8B030D-6E8A-4147-A177-3AD203B41FA5}">
                      <a16:colId xmlns:a16="http://schemas.microsoft.com/office/drawing/2014/main" val="2668771805"/>
                    </a:ext>
                  </a:extLst>
                </a:gridCol>
                <a:gridCol w="1536165">
                  <a:extLst>
                    <a:ext uri="{9D8B030D-6E8A-4147-A177-3AD203B41FA5}">
                      <a16:colId xmlns:a16="http://schemas.microsoft.com/office/drawing/2014/main" val="3058063710"/>
                    </a:ext>
                  </a:extLst>
                </a:gridCol>
                <a:gridCol w="1536165">
                  <a:extLst>
                    <a:ext uri="{9D8B030D-6E8A-4147-A177-3AD203B41FA5}">
                      <a16:colId xmlns:a16="http://schemas.microsoft.com/office/drawing/2014/main" val="3630660181"/>
                    </a:ext>
                  </a:extLst>
                </a:gridCol>
                <a:gridCol w="1536165">
                  <a:extLst>
                    <a:ext uri="{9D8B030D-6E8A-4147-A177-3AD203B41FA5}">
                      <a16:colId xmlns:a16="http://schemas.microsoft.com/office/drawing/2014/main" val="4274646724"/>
                    </a:ext>
                  </a:extLst>
                </a:gridCol>
              </a:tblGrid>
              <a:tr h="544995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Text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67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n-lt"/>
                        </a:rPr>
                        <a:t>Text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67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n-lt"/>
                        </a:rPr>
                        <a:t>Text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67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n-lt"/>
                        </a:rPr>
                        <a:t>Text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67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410518"/>
                  </a:ext>
                </a:extLst>
              </a:tr>
              <a:tr h="544995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Text </a:t>
                      </a:r>
                      <a:r>
                        <a:rPr lang="en-US" sz="1400" dirty="0" err="1"/>
                        <a:t>text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text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799173"/>
                  </a:ext>
                </a:extLst>
              </a:tr>
              <a:tr h="544995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553863"/>
                  </a:ext>
                </a:extLst>
              </a:tr>
              <a:tr h="544995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827319"/>
                  </a:ext>
                </a:extLst>
              </a:tr>
              <a:tr h="544995">
                <a:tc>
                  <a:txBody>
                    <a:bodyPr/>
                    <a:lstStyle/>
                    <a:p>
                      <a:pPr algn="l"/>
                      <a:endParaRPr lang="en-US" sz="140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2593941"/>
                  </a:ext>
                </a:extLst>
              </a:tr>
              <a:tr h="544995">
                <a:tc>
                  <a:txBody>
                    <a:bodyPr/>
                    <a:lstStyle/>
                    <a:p>
                      <a:pPr algn="l"/>
                      <a:endParaRPr lang="en-US" sz="140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7511142"/>
                  </a:ext>
                </a:extLst>
              </a:tr>
              <a:tr h="544995">
                <a:tc>
                  <a:txBody>
                    <a:bodyPr/>
                    <a:lstStyle/>
                    <a:p>
                      <a:pPr algn="l"/>
                      <a:endParaRPr lang="en-US" sz="140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40588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AABDA24-4362-42AC-A8C0-372BBF469080}"/>
              </a:ext>
            </a:extLst>
          </p:cNvPr>
          <p:cNvGraphicFramePr>
            <a:graphicFrameLocks noGrp="1"/>
          </p:cNvGraphicFramePr>
          <p:nvPr/>
        </p:nvGraphicFramePr>
        <p:xfrm>
          <a:off x="13095514" y="261257"/>
          <a:ext cx="208280" cy="24384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4227192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9050" cmpd="sng">
                      <a:solidFill>
                        <a:srgbClr val="6D6788"/>
                      </a:solidFill>
                      <a:prstDash val="solid"/>
                    </a:lnL>
                    <a:lnR w="19050" cmpd="sng">
                      <a:solidFill>
                        <a:srgbClr val="6D6788"/>
                      </a:solidFill>
                      <a:prstDash val="solid"/>
                    </a:lnR>
                    <a:lnT w="19050" cmpd="sng">
                      <a:solidFill>
                        <a:srgbClr val="6D6788"/>
                      </a:solidFill>
                      <a:prstDash val="solid"/>
                    </a:lnT>
                    <a:lnB w="19050" cmpd="sng">
                      <a:solidFill>
                        <a:srgbClr val="6D678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2041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34461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425A55-AF5D-4498-A31D-88005D56C108}"/>
              </a:ext>
            </a:extLst>
          </p:cNvPr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C331D5D-7DD1-486E-A792-854114E8F51A}"/>
              </a:ext>
            </a:extLst>
          </p:cNvPr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 err="1"/>
              <a:t>InnovAIte</a:t>
            </a:r>
            <a:endParaRPr dirty="0"/>
          </a:p>
        </p:txBody>
      </p:sp>
      <p:sp>
        <p:nvSpPr>
          <p:cNvPr id="4" name="任意形状 1945">
            <a:extLst>
              <a:ext uri="{FF2B5EF4-FFF2-40B4-BE49-F238E27FC236}">
                <a16:creationId xmlns:a16="http://schemas.microsoft.com/office/drawing/2014/main" id="{73801073-F982-4AB0-928B-6F823DDF216F}"/>
              </a:ext>
            </a:extLst>
          </p:cNvPr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756185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C7439A8-0615-47E4-A88B-B3856D4FC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037495"/>
              </p:ext>
            </p:extLst>
          </p:nvPr>
        </p:nvGraphicFramePr>
        <p:xfrm>
          <a:off x="1271139" y="992565"/>
          <a:ext cx="9649722" cy="516874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608287">
                  <a:extLst>
                    <a:ext uri="{9D8B030D-6E8A-4147-A177-3AD203B41FA5}">
                      <a16:colId xmlns:a16="http://schemas.microsoft.com/office/drawing/2014/main" val="2668771805"/>
                    </a:ext>
                  </a:extLst>
                </a:gridCol>
                <a:gridCol w="1608287">
                  <a:extLst>
                    <a:ext uri="{9D8B030D-6E8A-4147-A177-3AD203B41FA5}">
                      <a16:colId xmlns:a16="http://schemas.microsoft.com/office/drawing/2014/main" val="3058063710"/>
                    </a:ext>
                  </a:extLst>
                </a:gridCol>
                <a:gridCol w="1608287">
                  <a:extLst>
                    <a:ext uri="{9D8B030D-6E8A-4147-A177-3AD203B41FA5}">
                      <a16:colId xmlns:a16="http://schemas.microsoft.com/office/drawing/2014/main" val="3630660181"/>
                    </a:ext>
                  </a:extLst>
                </a:gridCol>
                <a:gridCol w="1608287">
                  <a:extLst>
                    <a:ext uri="{9D8B030D-6E8A-4147-A177-3AD203B41FA5}">
                      <a16:colId xmlns:a16="http://schemas.microsoft.com/office/drawing/2014/main" val="4274646724"/>
                    </a:ext>
                  </a:extLst>
                </a:gridCol>
                <a:gridCol w="1608287">
                  <a:extLst>
                    <a:ext uri="{9D8B030D-6E8A-4147-A177-3AD203B41FA5}">
                      <a16:colId xmlns:a16="http://schemas.microsoft.com/office/drawing/2014/main" val="3085234304"/>
                    </a:ext>
                  </a:extLst>
                </a:gridCol>
                <a:gridCol w="1608287">
                  <a:extLst>
                    <a:ext uri="{9D8B030D-6E8A-4147-A177-3AD203B41FA5}">
                      <a16:colId xmlns:a16="http://schemas.microsoft.com/office/drawing/2014/main" val="1419204560"/>
                    </a:ext>
                  </a:extLst>
                </a:gridCol>
              </a:tblGrid>
              <a:tr h="574305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+mn-lt"/>
                        </a:rPr>
                        <a:t>Text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67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n-lt"/>
                        </a:rPr>
                        <a:t>Text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67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n-lt"/>
                        </a:rPr>
                        <a:t>Text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67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n-lt"/>
                        </a:rPr>
                        <a:t>Text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67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n-lt"/>
                        </a:rPr>
                        <a:t>Text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67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+mn-lt"/>
                        </a:rPr>
                        <a:t>Text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67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410518"/>
                  </a:ext>
                </a:extLst>
              </a:tr>
              <a:tr h="574305"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Text </a:t>
                      </a:r>
                      <a:r>
                        <a:rPr lang="en-US" sz="1400" dirty="0" err="1"/>
                        <a:t>text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text</a:t>
                      </a:r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799173"/>
                  </a:ext>
                </a:extLst>
              </a:tr>
              <a:tr h="574305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553863"/>
                  </a:ext>
                </a:extLst>
              </a:tr>
              <a:tr h="574305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827319"/>
                  </a:ext>
                </a:extLst>
              </a:tr>
              <a:tr h="574305">
                <a:tc>
                  <a:txBody>
                    <a:bodyPr/>
                    <a:lstStyle/>
                    <a:p>
                      <a:pPr algn="l"/>
                      <a:endParaRPr lang="en-US" sz="140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2593941"/>
                  </a:ext>
                </a:extLst>
              </a:tr>
              <a:tr h="574305"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7511142"/>
                  </a:ext>
                </a:extLst>
              </a:tr>
              <a:tr h="574305">
                <a:tc>
                  <a:txBody>
                    <a:bodyPr/>
                    <a:lstStyle/>
                    <a:p>
                      <a:pPr algn="l"/>
                      <a:endParaRPr lang="en-US" sz="140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405882"/>
                  </a:ext>
                </a:extLst>
              </a:tr>
              <a:tr h="574305">
                <a:tc>
                  <a:txBody>
                    <a:bodyPr/>
                    <a:lstStyle/>
                    <a:p>
                      <a:pPr algn="l"/>
                      <a:endParaRPr lang="en-US" sz="140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8440776"/>
                  </a:ext>
                </a:extLst>
              </a:tr>
              <a:tr h="574305">
                <a:tc>
                  <a:txBody>
                    <a:bodyPr/>
                    <a:lstStyle/>
                    <a:p>
                      <a:pPr algn="l"/>
                      <a:endParaRPr lang="en-US" sz="140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/>
                    </a:p>
                  </a:txBody>
                  <a:tcPr anchor="ctr">
                    <a:lnL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D6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340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950181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C5A21E0-4CEB-4E61-AC54-88F19C8130AC}"/>
              </a:ext>
            </a:extLst>
          </p:cNvPr>
          <p:cNvSpPr txBox="1">
            <a:spLocks/>
          </p:cNvSpPr>
          <p:nvPr/>
        </p:nvSpPr>
        <p:spPr>
          <a:xfrm>
            <a:off x="654778" y="650232"/>
            <a:ext cx="10882441" cy="77662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4500" dirty="0">
                <a:latin typeface="+mj-lt"/>
              </a:rPr>
              <a:t>Text </a:t>
            </a:r>
            <a:r>
              <a:rPr lang="en-US" sz="4500" dirty="0" err="1">
                <a:latin typeface="+mj-lt"/>
              </a:rPr>
              <a:t>text</a:t>
            </a:r>
            <a:r>
              <a:rPr lang="en-US" sz="4500" dirty="0">
                <a:latin typeface="+mj-lt"/>
              </a:rPr>
              <a:t> </a:t>
            </a:r>
            <a:r>
              <a:rPr lang="en-US" sz="4500" dirty="0" err="1">
                <a:latin typeface="+mj-lt"/>
              </a:rPr>
              <a:t>text</a:t>
            </a:r>
            <a:r>
              <a:rPr lang="en-US" sz="4500" dirty="0">
                <a:latin typeface="+mj-lt"/>
              </a:rPr>
              <a:t> </a:t>
            </a:r>
          </a:p>
        </p:txBody>
      </p:sp>
      <p:sp>
        <p:nvSpPr>
          <p:cNvPr id="8" name="Body Level One…">
            <a:extLst>
              <a:ext uri="{FF2B5EF4-FFF2-40B4-BE49-F238E27FC236}">
                <a16:creationId xmlns:a16="http://schemas.microsoft.com/office/drawing/2014/main" id="{752588F4-6600-4940-BCE9-3CC40FAA91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4777" y="1426858"/>
            <a:ext cx="10882442" cy="4727150"/>
          </a:xfrm>
          <a:prstGeom prst="rect">
            <a:avLst/>
          </a:prstGeom>
        </p:spPr>
        <p:txBody>
          <a:bodyPr/>
          <a:lstStyle>
            <a:lvl3pPr>
              <a:buBlip>
                <a:blip r:embed="rId2"/>
              </a:buBlip>
            </a:lvl3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>
              <a:buSzPct val="80000"/>
            </a:pPr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08780583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Your Partner in…">
            <a:extLst>
              <a:ext uri="{FF2B5EF4-FFF2-40B4-BE49-F238E27FC236}">
                <a16:creationId xmlns:a16="http://schemas.microsoft.com/office/drawing/2014/main" id="{DA54E3C6-24A0-4269-8259-B26E8B20697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79180" y="2704632"/>
            <a:ext cx="10033640" cy="770940"/>
          </a:xfrm>
          <a:prstGeom prst="rect">
            <a:avLst/>
          </a:prstGeom>
        </p:spPr>
        <p:txBody>
          <a:bodyPr lIns="22859" tIns="22859" rIns="22859" bIns="22859" anchor="ctr">
            <a:normAutofit fontScale="90000"/>
          </a:bodyPr>
          <a:lstStyle>
            <a:lvl1pPr algn="ctr" defTabSz="182880">
              <a:lnSpc>
                <a:spcPct val="80000"/>
              </a:lnSpc>
              <a:defRPr sz="6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US" dirty="0"/>
              <a:t>Thank You for Your Attention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078556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4E4E4E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22859" tIns="22859" rIns="22859" bIns="2285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4E4E4E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22859" tIns="22859" rIns="22859" bIns="2285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4E4E4E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22859" tIns="22859" rIns="22859" bIns="2285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4E4E4E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22859" tIns="22859" rIns="22859" bIns="2285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4E4E4E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27DAF72BE55540BC70C48126C554ED" ma:contentTypeVersion="14" ma:contentTypeDescription="Create a new document." ma:contentTypeScope="" ma:versionID="4d84449352bd566abed30360156cdcf9">
  <xsd:schema xmlns:xsd="http://www.w3.org/2001/XMLSchema" xmlns:xs="http://www.w3.org/2001/XMLSchema" xmlns:p="http://schemas.microsoft.com/office/2006/metadata/properties" xmlns:ns2="aefc47d0-5264-4ef4-9ffb-97207c529b88" xmlns:ns3="045149ca-02b3-4cc9-a5e3-542ecec7159f" targetNamespace="http://schemas.microsoft.com/office/2006/metadata/properties" ma:root="true" ma:fieldsID="7dfcd1e10f7256a498acdcc0d7812263" ns2:_="" ns3:_="">
    <xsd:import namespace="aefc47d0-5264-4ef4-9ffb-97207c529b88"/>
    <xsd:import namespace="045149ca-02b3-4cc9-a5e3-542ecec71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fc47d0-5264-4ef4-9ffb-97207c529b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0ef0d258-0237-4f63-961d-72f33aae77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5149ca-02b3-4cc9-a5e3-542ecec7159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eb41293-e279-4029-92b7-14dd7bc271af}" ma:internalName="TaxCatchAll" ma:showField="CatchAllData" ma:web="045149ca-02b3-4cc9-a5e3-542ecec715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efc47d0-5264-4ef4-9ffb-97207c529b88">
      <Terms xmlns="http://schemas.microsoft.com/office/infopath/2007/PartnerControls"/>
    </lcf76f155ced4ddcb4097134ff3c332f>
    <TaxCatchAll xmlns="045149ca-02b3-4cc9-a5e3-542ecec7159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545C2A-3BEB-4104-825F-9D9E0752F1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efc47d0-5264-4ef4-9ffb-97207c529b88"/>
    <ds:schemaRef ds:uri="045149ca-02b3-4cc9-a5e3-542ecec715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197DA8-A262-4E9A-B13B-D15E9B1120AB}">
  <ds:schemaRefs>
    <ds:schemaRef ds:uri="http://schemas.microsoft.com/office/2006/metadata/properties"/>
    <ds:schemaRef ds:uri="http://schemas.microsoft.com/office/infopath/2007/PartnerControls"/>
    <ds:schemaRef ds:uri="aefc47d0-5264-4ef4-9ffb-97207c529b88"/>
    <ds:schemaRef ds:uri="045149ca-02b3-4cc9-a5e3-542ecec7159f"/>
  </ds:schemaRefs>
</ds:datastoreItem>
</file>

<file path=customXml/itemProps3.xml><?xml version="1.0" encoding="utf-8"?>
<ds:datastoreItem xmlns:ds="http://schemas.openxmlformats.org/officeDocument/2006/customXml" ds:itemID="{2ABAF2B3-4082-4B65-9F9C-3F91DAA9951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344</Words>
  <Application>Microsoft Office PowerPoint</Application>
  <PresentationFormat>Widescreen</PresentationFormat>
  <Paragraphs>109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Title text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Attention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</dc:title>
  <dc:creator>Bohdan Inna</dc:creator>
  <cp:lastModifiedBy>Inna Bohdan</cp:lastModifiedBy>
  <cp:revision>25</cp:revision>
  <dcterms:modified xsi:type="dcterms:W3CDTF">2026-04-20T10:48:56Z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0x0101009627DAF72BE55540BC70C48126C554ED</vt:lpwstr>
  </property>
</Properties>
</file>