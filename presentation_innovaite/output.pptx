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Dependency-Aware Code Smell Refactoring via Multi-Agent LLM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Havriil Pietukhin, Ivan Polášek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Problem &amp; Goal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Developers often fix code smells one at a time.</a:t>
            </a:r>
          </a:p>
          <a:p>
            <a:pPr lvl="0"/>
            <a:r>
              <a:rPr/>
              <a:t>In real projects, smells interact: fixing one can create another.</a:t>
            </a:r>
          </a:p>
          <a:p>
            <a:pPr lvl="0"/>
            <a:r>
              <a:rPr/>
              <a:t>LLMs can edit code, but the order of edits still matters.</a:t>
            </a:r>
          </a:p>
          <a:p>
            <a:pPr lvl="0"/>
            <a:r>
              <a:rPr/>
              <a:t>Goal: plan the refactoring sequence before asking an LLM agent to change the code.</a:t>
            </a:r>
          </a:p>
        </p:txBody>
      </p:sp>
      <p:pic>
        <p:nvPicPr>
          <p:cNvPr descr="assets/smellhi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24000"/>
            <a:ext cx="51054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Dependency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Each detected smell is a node in a graph.</a:t>
            </a:r>
          </a:p>
          <a:p>
            <a:pPr lvl="0"/>
            <a:r>
              <a:rPr/>
              <a:t>Green edges show cases where one refactoring may remove another smell.</a:t>
            </a:r>
          </a:p>
          <a:p>
            <a:pPr lvl="0"/>
            <a:r>
              <a:rPr/>
              <a:t>Red edges show cases where one refactoring may create another smell.</a:t>
            </a:r>
          </a:p>
          <a:p>
            <a:pPr lvl="0"/>
            <a:r>
              <a:rPr/>
              <a:t>The planner uses this graph to choose a safer order of actions.</a:t>
            </a:r>
          </a:p>
          <a:p>
            <a:pPr lvl="0"/>
            <a:r>
              <a:rPr/>
              <a:t>The graph can also store extra attributes, for example smell weight or project-specific priority.</a:t>
            </a:r>
          </a:p>
        </p:txBody>
      </p:sp>
      <p:pic>
        <p:nvPicPr>
          <p:cNvPr descr="assets/depgrap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0" y="1193800"/>
            <a:ext cx="3429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Load the Java project and check the build/test setup.</a:t>
            </a:r>
          </a:p>
          <a:p>
            <a:pPr lvl="0" indent="-342900" marL="342900">
              <a:buAutoNum type="arabicPeriod"/>
            </a:pPr>
            <a:r>
              <a:rPr/>
              <a:t>Detect smells with SonarQube.</a:t>
            </a:r>
          </a:p>
          <a:p>
            <a:pPr lvl="0" indent="-342900" marL="342900">
              <a:buAutoNum type="arabicPeriod"/>
            </a:pPr>
            <a:r>
              <a:rPr/>
              <a:t>Let the developer choose target smells.</a:t>
            </a:r>
          </a:p>
          <a:p>
            <a:pPr lvl="0" indent="-342900" marL="342900">
              <a:buAutoNum type="arabicPeriod"/>
            </a:pPr>
            <a:r>
              <a:rPr/>
              <a:t>Build the smell dependency graph.</a:t>
            </a:r>
          </a:p>
          <a:p>
            <a:pPr lvl="0" indent="-342900" marL="342900">
              <a:buAutoNum type="arabicPeriod"/>
            </a:pPr>
            <a:r>
              <a:rPr/>
              <a:t>Plan the order of refactorings.</a:t>
            </a:r>
          </a:p>
          <a:p>
            <a:pPr lvl="0" indent="-342900" marL="342900">
              <a:buAutoNum type="arabicPeriod"/>
            </a:pPr>
            <a:r>
              <a:rPr/>
              <a:t>Apply changes with an LLM agent and validate them with tests and code quality metrics.</a:t>
            </a:r>
          </a:p>
        </p:txBody>
      </p:sp>
      <p:pic>
        <p:nvPicPr>
          <p:cNvPr descr="assets/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08200"/>
            <a:ext cx="5105400" cy="55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Planning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Refactoring is treated as a search over the current set of active smells.</a:t>
            </a:r>
          </a:p>
          <a:p>
            <a:pPr lvl="0"/>
            <a:r>
              <a:rPr/>
              <a:t>Each action removes the selected smell, may remove related smells, and may introduce new ones.</a:t>
            </a:r>
          </a:p>
          <a:p>
            <a:pPr lvl="0"/>
            <a:r>
              <a:rPr/>
              <a:t>The greedy baseline chooses the locally highest-priority smell using severity, frequency, positive dependencies, and negative-dependency penalties.</a:t>
            </a:r>
          </a:p>
          <a:p>
            <a:pPr lvl="0"/>
            <a:r>
              <a:rPr/>
              <a:t>This can be unsafe: a high-priority God Class refactoring may fire negative edges and create extra Long Method or Inappropriate Intimacy smells.</a:t>
            </a:r>
          </a:p>
          <a:p>
            <a:pPr lvl="0"/>
            <a:r>
              <a:rPr/>
              <a:t>Best-First Search evaluates the next possible states and prefers the path with lower remaining smell severity.</a:t>
            </a:r>
          </a:p>
          <a:p>
            <a:pPr lvl="0"/>
            <a:r>
              <a:rPr/>
              <a:t>In the paper example, BeFS refactors Long Method before God Class, suppresses negative edges, and finishes in fewer steps.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Refactoring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The planner selects the next smell to handle.</a:t>
            </a:r>
          </a:p>
          <a:p>
            <a:pPr lvl="0"/>
            <a:r>
              <a:rPr/>
              <a:t>The LLM agent edits the affected Java class.</a:t>
            </a:r>
          </a:p>
          <a:p>
            <a:pPr lvl="0"/>
            <a:r>
              <a:rPr/>
              <a:t>The response is checked before the file is written.</a:t>
            </a:r>
          </a:p>
          <a:p>
            <a:pPr lvl="0"/>
            <a:r>
              <a:rPr/>
              <a:t>Tests run after each change; a failure triggers rollback and replanning.</a:t>
            </a:r>
          </a:p>
        </p:txBody>
      </p:sp>
      <p:pic>
        <p:nvPicPr>
          <p:cNvPr descr="assets/badloc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86300" y="1193800"/>
            <a:ext cx="3949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Contribution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Multi-agent pipeline for Java refactoring: project setup, test baseline, SonarQube detection, developer selection, dependency graph construction, planning, LLM editing, testing, rollback, and replanning.</a:t>
            </a:r>
          </a:p>
          <a:p>
            <a:pPr lvl="0"/>
            <a:r>
              <a:rPr/>
              <a:t>Formal dependency graph for eight smell types, including positive edges that may resolve related smells and negative edges that may introduce new ones.</a:t>
            </a:r>
          </a:p>
          <a:p>
            <a:pPr lvl="0"/>
            <a:r>
              <a:rPr/>
              <a:t>Two planners are implemented: a greedy baseline and a Best-First Search planner that reasons over future smell states before invoking the LLM refactoring agent.</a:t>
            </a:r>
          </a:p>
          <a:p>
            <a:pPr lvl="0"/>
            <a:r>
              <a:rPr/>
              <a:t>Future work: build a labelled multi-smell dataset from RefactoringMiner 2.0 and SWE-Refactor to evaluate full refactoring sequences, not only first-step agreement.</a:t>
            </a:r>
          </a:p>
          <a:p>
            <a:pPr lvl="0"/>
            <a:r>
              <a:rPr/>
              <a:t>Future work: measure plan efficiency, new-smell introduction rate, and compile/test pass rate after each LLM patch.</a:t>
            </a:r>
          </a:p>
          <a:p>
            <a:pPr lvl="0"/>
            <a:r>
              <a:rPr/>
              <a:t>Future work: validate dependency rules against empirical smell trajectories and learn project-specific severity and negative-edge weights.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824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Dependency-Aware Code Smell Refactoring via Multi-Agent LLM System</dc:title>
  <dc:creator>Havriil Pietukhin, Ivan Polášek</dc:creator>
  <cp:keywords/>
  <dcterms:created xsi:type="dcterms:W3CDTF">2026-04-28T18:33:59Z</dcterms:created>
  <dcterms:modified xsi:type="dcterms:W3CDTF">2026-04-28T18:33:59Z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-includes">
    <vt:lpwstr/>
  </property>
  <property fmtid="{D5CDD505-2E9C-101B-9397-08002B2CF9AE}" pid="3" name="slide-level">
    <vt:lpwstr>2</vt:lpwstr>
  </property>
</Properties>
</file>